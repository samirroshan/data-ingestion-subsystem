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2.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12.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Lst>
  <p:sldSz cy="5143500" cx="9144000"/>
  <p:notesSz cx="6858000" cy="9144000"/>
  <p:embeddedFontLst>
    <p:embeddedFont>
      <p:font typeface="Raleway"/>
      <p:regular r:id="rId18"/>
      <p:bold r:id="rId19"/>
      <p:italic r:id="rId20"/>
      <p:boldItalic r:id="rId21"/>
    </p:embeddedFont>
    <p:embeddedFont>
      <p:font typeface="Lato"/>
      <p:regular r:id="rId22"/>
      <p:bold r:id="rId23"/>
      <p:italic r:id="rId24"/>
      <p:boldItalic r:id="rId2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Raleway-italic.fntdata"/><Relationship Id="rId22" Type="http://schemas.openxmlformats.org/officeDocument/2006/relationships/font" Target="fonts/Lato-regular.fntdata"/><Relationship Id="rId21" Type="http://schemas.openxmlformats.org/officeDocument/2006/relationships/font" Target="fonts/Raleway-boldItalic.fntdata"/><Relationship Id="rId24" Type="http://schemas.openxmlformats.org/officeDocument/2006/relationships/font" Target="fonts/Lato-italic.fntdata"/><Relationship Id="rId23" Type="http://schemas.openxmlformats.org/officeDocument/2006/relationships/font" Target="fonts/Lato-bold.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5" Type="http://schemas.openxmlformats.org/officeDocument/2006/relationships/font" Target="fonts/Lato-bold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font" Target="fonts/Raleway-bold.fntdata"/><Relationship Id="rId18" Type="http://schemas.openxmlformats.org/officeDocument/2006/relationships/font" Target="fonts/Raleway-regular.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317500" lvl="0" marL="457200">
              <a:spcBef>
                <a:spcPts val="0"/>
              </a:spcBef>
              <a:spcAft>
                <a:spcPts val="0"/>
              </a:spcAft>
              <a:buSzPts val="1400"/>
              <a:buChar char="●"/>
              <a:defRPr sz="1100"/>
            </a:lvl1pPr>
            <a:lvl2pPr indent="-317500" lvl="1" marL="914400">
              <a:spcBef>
                <a:spcPts val="0"/>
              </a:spcBef>
              <a:spcAft>
                <a:spcPts val="0"/>
              </a:spcAft>
              <a:buSzPts val="1400"/>
              <a:buChar char="○"/>
              <a:defRPr sz="1100"/>
            </a:lvl2pPr>
            <a:lvl3pPr indent="-317500" lvl="2" marL="1371600">
              <a:spcBef>
                <a:spcPts val="0"/>
              </a:spcBef>
              <a:spcAft>
                <a:spcPts val="0"/>
              </a:spcAft>
              <a:buSzPts val="1400"/>
              <a:buChar char="■"/>
              <a:defRPr sz="1100"/>
            </a:lvl3pPr>
            <a:lvl4pPr indent="-317500" lvl="3" marL="1828800">
              <a:spcBef>
                <a:spcPts val="0"/>
              </a:spcBef>
              <a:spcAft>
                <a:spcPts val="0"/>
              </a:spcAft>
              <a:buSzPts val="1400"/>
              <a:buChar char="●"/>
              <a:defRPr sz="1100"/>
            </a:lvl4pPr>
            <a:lvl5pPr indent="-317500" lvl="4" marL="2286000">
              <a:spcBef>
                <a:spcPts val="0"/>
              </a:spcBef>
              <a:spcAft>
                <a:spcPts val="0"/>
              </a:spcAft>
              <a:buSzPts val="1400"/>
              <a:buChar char="○"/>
              <a:defRPr sz="1100"/>
            </a:lvl5pPr>
            <a:lvl6pPr indent="-317500" lvl="5" marL="2743200">
              <a:spcBef>
                <a:spcPts val="0"/>
              </a:spcBef>
              <a:spcAft>
                <a:spcPts val="0"/>
              </a:spcAft>
              <a:buSzPts val="1400"/>
              <a:buChar char="■"/>
              <a:defRPr sz="1100"/>
            </a:lvl6pPr>
            <a:lvl7pPr indent="-317500" lvl="6" marL="3200400">
              <a:spcBef>
                <a:spcPts val="0"/>
              </a:spcBef>
              <a:spcAft>
                <a:spcPts val="0"/>
              </a:spcAft>
              <a:buSzPts val="1400"/>
              <a:buChar char="●"/>
              <a:defRPr sz="1100"/>
            </a:lvl7pPr>
            <a:lvl8pPr indent="-317500" lvl="7" marL="3657600">
              <a:spcBef>
                <a:spcPts val="0"/>
              </a:spcBef>
              <a:spcAft>
                <a:spcPts val="0"/>
              </a:spcAft>
              <a:buSzPts val="1400"/>
              <a:buChar char="○"/>
              <a:defRPr sz="1100"/>
            </a:lvl8pPr>
            <a:lvl9pPr indent="-317500" lvl="8" marL="4114800">
              <a:spcBef>
                <a:spcPts val="0"/>
              </a:spcBef>
              <a:spcAft>
                <a:spcPts val="0"/>
              </a:spcAft>
              <a:buSzPts val="14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gc6fa3c898_0_0: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70" name="Google Shape;70;gc6fa3c898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gc6fa3c898_0_5: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76" name="Google Shape;76;gc6fa3c898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Here’s what I’ll be covering today. I’ll start with the problem this pipeline solves and give a summary of the solution. Then I’ll walk through the tech stack, architecture, and the implementation details. After that, I’ll show a quick demo, discuss the key challenges I faced, and end with some planned future enhancements. This will give you a complete picture of how the ingestion pipeline works end-to-end.</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c6fa3c898_0_10: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82" name="Google Shape;82;gc6fa3c898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a:t>The core problem is that the raw IMDB movie data is messy and inconsistent.</a:t>
            </a:r>
            <a:br>
              <a:rPr lang="en"/>
            </a:br>
            <a:r>
              <a:rPr lang="en"/>
              <a:t>We get CSVs with mixed formats, missing revenue or metascore, and inconsistent genre and actor fields, and there’s no schema validation to catch bad records.</a:t>
            </a:r>
            <a:endParaRPr/>
          </a:p>
          <a:p>
            <a:pPr indent="0" lvl="0" marL="0" rtl="0" algn="l">
              <a:lnSpc>
                <a:spcPct val="115000"/>
              </a:lnSpc>
              <a:spcBef>
                <a:spcPts val="1200"/>
              </a:spcBef>
              <a:spcAft>
                <a:spcPts val="0"/>
              </a:spcAft>
              <a:buClr>
                <a:schemeClr val="dk1"/>
              </a:buClr>
              <a:buSzPts val="1100"/>
              <a:buFont typeface="Arial"/>
              <a:buNone/>
            </a:pPr>
            <a:r>
              <a:rPr lang="en"/>
              <a:t>On top of that, ingestion is done manually with no standardized workflow, no way to trace which rows were rejected, and no clear Bronze/Silver-style structure.</a:t>
            </a:r>
            <a:br>
              <a:rPr lang="en"/>
            </a:br>
            <a:r>
              <a:rPr lang="en"/>
              <a:t>Because of this, every run is fragile and hard to reproduce, which makes reliable analytics almost impossible.</a:t>
            </a:r>
            <a:endParaRPr/>
          </a:p>
          <a:p>
            <a:pPr indent="0" lvl="0" marL="0" rtl="0" algn="l">
              <a:spcBef>
                <a:spcPts val="120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gc6fa3c898_0_16: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89" name="Google Shape;89;gc6fa3c898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a:solidFill>
                  <a:schemeClr val="dk1"/>
                </a:solidFill>
              </a:rPr>
              <a:t>To solve those problems, I built a data ingestion sub-system that automates the whole flow: extraction, validation, cleaning, and loading of the IMDB data.</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rPr>
              <a:t>It’s driven by YAML configs, so I can easily change sources or rules without touching the code.</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rPr>
              <a:t>As the data flows through, the pipeline detects invalid movie records and routes them into a Rejects table instead of silently dropping them.</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rPr>
              <a:t>Valid data lands in PostgreSQL using a simple two-layer model: a </a:t>
            </a:r>
            <a:r>
              <a:rPr b="1" lang="en">
                <a:solidFill>
                  <a:schemeClr val="dk1"/>
                </a:solidFill>
              </a:rPr>
              <a:t>Bronze</a:t>
            </a:r>
            <a:r>
              <a:rPr lang="en">
                <a:solidFill>
                  <a:schemeClr val="dk1"/>
                </a:solidFill>
              </a:rPr>
              <a:t> layer for raw staging and a </a:t>
            </a:r>
            <a:r>
              <a:rPr b="1" lang="en">
                <a:solidFill>
                  <a:schemeClr val="dk1"/>
                </a:solidFill>
              </a:rPr>
              <a:t>Silver</a:t>
            </a:r>
            <a:r>
              <a:rPr lang="en">
                <a:solidFill>
                  <a:schemeClr val="dk1"/>
                </a:solidFill>
              </a:rPr>
              <a:t> layer for cleaned, validated movie records.</a:t>
            </a:r>
            <a:endParaRPr>
              <a:solidFill>
                <a:schemeClr val="dk1"/>
              </a:solidFill>
            </a:endParaRPr>
          </a:p>
          <a:p>
            <a:pPr indent="0" lvl="0" marL="0" rtl="0" algn="l">
              <a:spcBef>
                <a:spcPts val="0"/>
              </a:spcBef>
              <a:spcAft>
                <a:spcPts val="0"/>
              </a:spcAft>
              <a:buNone/>
            </a:pPr>
            <a:r>
              <a:rPr lang="en">
                <a:solidFill>
                  <a:schemeClr val="dk1"/>
                </a:solidFill>
              </a:rPr>
              <a:t>This gives me a repeatable, configurable ingestion workflow that’s ready for analytics.</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gc6fa3c898_0_22: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95" name="Google Shape;95;gc6fa3c898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a:t>For the tech stack, I used Python as the core language for building the pipeline. Pandas handles all the data cleaning and transformations. Psycopg2 is used to connect and write data into PostgreSQL.</a:t>
            </a:r>
            <a:endParaRPr/>
          </a:p>
          <a:p>
            <a:pPr indent="0" lvl="0" marL="0" rtl="0" algn="l">
              <a:lnSpc>
                <a:spcPct val="115000"/>
              </a:lnSpc>
              <a:spcBef>
                <a:spcPts val="0"/>
              </a:spcBef>
              <a:spcAft>
                <a:spcPts val="0"/>
              </a:spcAft>
              <a:buClr>
                <a:schemeClr val="dk1"/>
              </a:buClr>
              <a:buSzPts val="1100"/>
              <a:buFont typeface="Arial"/>
              <a:buNone/>
            </a:pPr>
            <a:r>
              <a:rPr lang="en"/>
              <a:t>The pipeline is fully config-driven using a YAML file, which makes it flexible and easy to modify without changing the code.</a:t>
            </a:r>
            <a:endParaRPr/>
          </a:p>
          <a:p>
            <a:pPr indent="0" lvl="0" marL="0" rtl="0" algn="l">
              <a:spcBef>
                <a:spcPts val="0"/>
              </a:spcBef>
              <a:spcAft>
                <a:spcPts val="0"/>
              </a:spcAft>
              <a:buNone/>
            </a:pPr>
            <a:r>
              <a:rPr lang="en"/>
              <a:t>And finally, the logging module provides observability so I can track each step of the pipeline and debug issues quickly.</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g391787a8d9e_0_29: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01" name="Google Shape;101;g391787a8d9e_0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SO here i will explains how the system ensures data quality.</a:t>
            </a:r>
            <a:br>
              <a:rPr b="1" lang="en">
                <a:solidFill>
                  <a:schemeClr val="dk1"/>
                </a:solidFill>
              </a:rPr>
            </a:br>
            <a:r>
              <a:rPr b="1" lang="en">
                <a:solidFill>
                  <a:schemeClr val="dk1"/>
                </a:solidFill>
              </a:rPr>
              <a:t>Every row is checked for required fields like Title, Year, Rating, and Votes, and for correct numeric values in Runtime, Revenue, and Metascore. We also verify that genre and actor fields follow a consistent format.</a:t>
            </a:r>
            <a:br>
              <a:rPr b="1" lang="en">
                <a:solidFill>
                  <a:schemeClr val="dk1"/>
                </a:solidFill>
              </a:rPr>
            </a:br>
            <a:r>
              <a:rPr b="1" lang="en">
                <a:solidFill>
                  <a:schemeClr val="dk1"/>
                </a:solidFill>
              </a:rPr>
              <a:t>If a row fails any validation rule, it gets redirected into the Rejects table.</a:t>
            </a:r>
            <a:br>
              <a:rPr b="1" lang="en">
                <a:solidFill>
                  <a:schemeClr val="dk1"/>
                </a:solidFill>
              </a:rPr>
            </a:br>
            <a:r>
              <a:rPr b="1" lang="en">
                <a:solidFill>
                  <a:schemeClr val="dk1"/>
                </a:solidFill>
              </a:rPr>
              <a:t>This table stores the raw row, the error that caused the rejection, and a timestamp, giving us complete visibility.</a:t>
            </a:r>
            <a:br>
              <a:rPr b="1" lang="en">
                <a:solidFill>
                  <a:schemeClr val="dk1"/>
                </a:solidFill>
              </a:rPr>
            </a:br>
            <a:r>
              <a:rPr b="1" lang="en">
                <a:solidFill>
                  <a:schemeClr val="dk1"/>
                </a:solidFill>
              </a:rPr>
              <a:t>Reject handling prevents silent data corruption and makes it easy to debug or re-ingest specific rows later.”</a:t>
            </a:r>
            <a:endParaRPr b="1">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gc6fa3c898_0_65: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08" name="Google Shape;108;gc6fa3c898_0_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a:solidFill>
                  <a:schemeClr val="dk1"/>
                </a:solidFill>
              </a:rPr>
              <a:t>This diagram shows the flow of data through my ingestion pipeline.</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rPr>
              <a:t>We start with the IMDB CSV file as the raw source. The </a:t>
            </a:r>
            <a:r>
              <a:rPr b="1" lang="en">
                <a:solidFill>
                  <a:schemeClr val="dk1"/>
                </a:solidFill>
              </a:rPr>
              <a:t>Extract</a:t>
            </a:r>
            <a:r>
              <a:rPr lang="en">
                <a:solidFill>
                  <a:schemeClr val="dk1"/>
                </a:solidFill>
              </a:rPr>
              <a:t> step reads the file through a config-driven Python script. Then the </a:t>
            </a:r>
            <a:r>
              <a:rPr b="1" lang="en">
                <a:solidFill>
                  <a:schemeClr val="dk1"/>
                </a:solidFill>
              </a:rPr>
              <a:t>Validate &amp; Clean</a:t>
            </a:r>
            <a:r>
              <a:rPr lang="en">
                <a:solidFill>
                  <a:schemeClr val="dk1"/>
                </a:solidFill>
              </a:rPr>
              <a:t> step checks for missing fields, wrong data types, and inconsistent values. Cleaned rows continue forward into the load step, while invalid rows are captured in a </a:t>
            </a:r>
            <a:r>
              <a:rPr b="1" lang="en">
                <a:solidFill>
                  <a:schemeClr val="dk1"/>
                </a:solidFill>
              </a:rPr>
              <a:t>Rejects</a:t>
            </a:r>
            <a:r>
              <a:rPr lang="en">
                <a:solidFill>
                  <a:schemeClr val="dk1"/>
                </a:solidFill>
              </a:rPr>
              <a:t> table for review.</a:t>
            </a:r>
            <a:endParaRPr>
              <a:solidFill>
                <a:schemeClr val="dk1"/>
              </a:solidFill>
            </a:endParaRPr>
          </a:p>
          <a:p>
            <a:pPr indent="0" lvl="0" marL="0" rtl="0" algn="l">
              <a:spcBef>
                <a:spcPts val="0"/>
              </a:spcBef>
              <a:spcAft>
                <a:spcPts val="0"/>
              </a:spcAft>
              <a:buNone/>
            </a:pPr>
            <a:r>
              <a:rPr lang="en">
                <a:solidFill>
                  <a:schemeClr val="dk1"/>
                </a:solidFill>
              </a:rPr>
              <a:t>Finally, the data is loaded into PostgreSQL into two layers: </a:t>
            </a:r>
            <a:r>
              <a:rPr b="1" lang="en">
                <a:solidFill>
                  <a:schemeClr val="dk1"/>
                </a:solidFill>
              </a:rPr>
              <a:t>Bronze</a:t>
            </a:r>
            <a:r>
              <a:rPr lang="en">
                <a:solidFill>
                  <a:schemeClr val="dk1"/>
                </a:solidFill>
              </a:rPr>
              <a:t> for raw staging and </a:t>
            </a:r>
            <a:r>
              <a:rPr b="1" lang="en">
                <a:solidFill>
                  <a:schemeClr val="dk1"/>
                </a:solidFill>
              </a:rPr>
              <a:t>Silver</a:t>
            </a:r>
            <a:r>
              <a:rPr lang="en">
                <a:solidFill>
                  <a:schemeClr val="dk1"/>
                </a:solidFill>
              </a:rPr>
              <a:t> for cleaned data. This structure keeps the pipeline organized, reproducible, and ready for real-world data engineering workflows.</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gc6fa3c898_0_32: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14" name="Google Shape;114;gc6fa3c898_0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a:t>This is </a:t>
            </a:r>
            <a:r>
              <a:rPr lang="en"/>
              <a:t>how the ETL pipeline is implemented</a:t>
            </a:r>
            <a:endParaRPr/>
          </a:p>
          <a:p>
            <a:pPr indent="0" lvl="0" marL="0" rtl="0" algn="l">
              <a:lnSpc>
                <a:spcPct val="115000"/>
              </a:lnSpc>
              <a:spcBef>
                <a:spcPts val="0"/>
              </a:spcBef>
              <a:spcAft>
                <a:spcPts val="0"/>
              </a:spcAft>
              <a:buClr>
                <a:schemeClr val="dk1"/>
              </a:buClr>
              <a:buSzPts val="1100"/>
              <a:buFont typeface="Arial"/>
              <a:buNone/>
            </a:pPr>
            <a:r>
              <a:rPr lang="en"/>
              <a:t>In Step 1, I extract the IMDB CSV using a YAML config and load it into pandas.</a:t>
            </a:r>
            <a:endParaRPr/>
          </a:p>
          <a:p>
            <a:pPr indent="0" lvl="0" marL="0" rtl="0" algn="l">
              <a:lnSpc>
                <a:spcPct val="115000"/>
              </a:lnSpc>
              <a:spcBef>
                <a:spcPts val="0"/>
              </a:spcBef>
              <a:spcAft>
                <a:spcPts val="0"/>
              </a:spcAft>
              <a:buClr>
                <a:schemeClr val="dk1"/>
              </a:buClr>
              <a:buSzPts val="1100"/>
              <a:buFont typeface="Arial"/>
              <a:buNone/>
            </a:pPr>
            <a:r>
              <a:rPr lang="en"/>
              <a:t>In Step 2, I validate the data by checking required fields and numeric types to catch bad rows early.</a:t>
            </a:r>
            <a:endParaRPr/>
          </a:p>
          <a:p>
            <a:pPr indent="0" lvl="0" marL="0" rtl="0" algn="l">
              <a:lnSpc>
                <a:spcPct val="115000"/>
              </a:lnSpc>
              <a:spcBef>
                <a:spcPts val="0"/>
              </a:spcBef>
              <a:spcAft>
                <a:spcPts val="0"/>
              </a:spcAft>
              <a:buClr>
                <a:schemeClr val="dk1"/>
              </a:buClr>
              <a:buSzPts val="1100"/>
              <a:buFont typeface="Arial"/>
              <a:buNone/>
            </a:pPr>
            <a:r>
              <a:rPr lang="en"/>
              <a:t>In Step 3, I clean the data by standardizing genres and actors and converting all numeric values into consistent formats.</a:t>
            </a:r>
            <a:endParaRPr/>
          </a:p>
          <a:p>
            <a:pPr indent="0" lvl="0" marL="0" rtl="0" algn="l">
              <a:spcBef>
                <a:spcPts val="0"/>
              </a:spcBef>
              <a:spcAft>
                <a:spcPts val="0"/>
              </a:spcAft>
              <a:buNone/>
            </a:pPr>
            <a:r>
              <a:rPr lang="en"/>
              <a:t>Finally, in Step 4, I load the results into PostgreSQL using Bronze, and Silver tables, and I log the run while sending any invalid rows to a Rejects table for review.</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gc6fa3c898_0_70: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43" name="Google Shape;143;gc6fa3c898_0_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a:t>These were the main challenges I ran into while building the pipeline.</a:t>
            </a:r>
            <a:endParaRPr/>
          </a:p>
          <a:p>
            <a:pPr indent="0" lvl="0" marL="0" rtl="0" algn="l">
              <a:lnSpc>
                <a:spcPct val="115000"/>
              </a:lnSpc>
              <a:spcBef>
                <a:spcPts val="1200"/>
              </a:spcBef>
              <a:spcAft>
                <a:spcPts val="0"/>
              </a:spcAft>
              <a:buClr>
                <a:schemeClr val="dk1"/>
              </a:buClr>
              <a:buSzPts val="1100"/>
              <a:buFont typeface="Arial"/>
              <a:buNone/>
            </a:pPr>
            <a:r>
              <a:rPr lang="en"/>
              <a:t>First, the IMDB data was inconsistent — missing values and mixed formatting — so I added schema validation and a Rejects table to keep the data clean.</a:t>
            </a:r>
            <a:endParaRPr/>
          </a:p>
          <a:p>
            <a:pPr indent="0" lvl="0" marL="0" rtl="0" algn="l">
              <a:lnSpc>
                <a:spcPct val="115000"/>
              </a:lnSpc>
              <a:spcBef>
                <a:spcPts val="1200"/>
              </a:spcBef>
              <a:spcAft>
                <a:spcPts val="0"/>
              </a:spcAft>
              <a:buClr>
                <a:schemeClr val="dk1"/>
              </a:buClr>
              <a:buSzPts val="1100"/>
              <a:buFont typeface="Arial"/>
              <a:buNone/>
            </a:pPr>
            <a:r>
              <a:rPr lang="en"/>
              <a:t>Second, designing the Bronze and Silver layers required clear structure, so I defined schemas and table roles and drove them from YAML to stay consistent.</a:t>
            </a:r>
            <a:endParaRPr/>
          </a:p>
          <a:p>
            <a:pPr indent="0" lvl="0" marL="0" rtl="0" algn="l">
              <a:lnSpc>
                <a:spcPct val="115000"/>
              </a:lnSpc>
              <a:spcBef>
                <a:spcPts val="1200"/>
              </a:spcBef>
              <a:spcAft>
                <a:spcPts val="0"/>
              </a:spcAft>
              <a:buClr>
                <a:schemeClr val="dk1"/>
              </a:buClr>
              <a:buSzPts val="1100"/>
              <a:buFont typeface="Arial"/>
              <a:buNone/>
            </a:pPr>
            <a:r>
              <a:rPr lang="en"/>
              <a:t>Finally, I needed the pipeline to be idempotent and observable, so I added run IDs, structured logging, and reject tracking to make each run safe and easy to debug.</a:t>
            </a:r>
            <a:endParaRPr/>
          </a:p>
          <a:p>
            <a:pPr indent="0" lvl="0" marL="0" rtl="0" algn="l">
              <a:spcBef>
                <a:spcPts val="120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gc6fa3c898_0_28: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49" name="Google Shape;149;gc6fa3c898_0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a:solidFill>
                  <a:schemeClr val="dk1"/>
                </a:solidFill>
              </a:rPr>
              <a:t>Open terminal </a:t>
            </a:r>
            <a:endParaRPr b="1" sz="23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command:</a:t>
            </a:r>
            <a:br>
              <a:rPr lang="en">
                <a:solidFill>
                  <a:schemeClr val="dk1"/>
                </a:solidFill>
              </a:rPr>
            </a:br>
            <a:r>
              <a:rPr lang="en">
                <a:solidFill>
                  <a:schemeClr val="dk1"/>
                </a:solidFill>
              </a:rPr>
              <a:t>cd ~/Workspaces/reventure/data-ingestion-subsystem</a:t>
            </a:r>
            <a:br>
              <a:rPr lang="en">
                <a:solidFill>
                  <a:schemeClr val="dk1"/>
                </a:solidFill>
              </a:rPr>
            </a:br>
            <a:r>
              <a:rPr lang="en">
                <a:solidFill>
                  <a:schemeClr val="dk1"/>
                </a:solidFill>
              </a:rPr>
              <a:t>explain:</a:t>
            </a:r>
            <a:br>
              <a:rPr lang="en">
                <a:solidFill>
                  <a:schemeClr val="dk1"/>
                </a:solidFill>
              </a:rPr>
            </a:br>
            <a:r>
              <a:rPr lang="en">
                <a:solidFill>
                  <a:schemeClr val="dk1"/>
                </a:solidFill>
              </a:rPr>
              <a:t>This moves me into my project folder where the ETL code and the IMDB dataset are stored.</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command:</a:t>
            </a:r>
            <a:br>
              <a:rPr lang="en">
                <a:solidFill>
                  <a:schemeClr val="dk1"/>
                </a:solidFill>
              </a:rPr>
            </a:br>
            <a:r>
              <a:rPr lang="en">
                <a:solidFill>
                  <a:schemeClr val="dk1"/>
                </a:solidFill>
              </a:rPr>
              <a:t>source venv/bin/activate</a:t>
            </a:r>
            <a:br>
              <a:rPr lang="en">
                <a:solidFill>
                  <a:schemeClr val="dk1"/>
                </a:solidFill>
              </a:rPr>
            </a:br>
            <a:r>
              <a:rPr lang="en">
                <a:solidFill>
                  <a:schemeClr val="dk1"/>
                </a:solidFill>
              </a:rPr>
              <a:t>explain:</a:t>
            </a:r>
            <a:br>
              <a:rPr lang="en">
                <a:solidFill>
                  <a:schemeClr val="dk1"/>
                </a:solidFill>
              </a:rPr>
            </a:br>
            <a:r>
              <a:rPr lang="en">
                <a:solidFill>
                  <a:schemeClr val="dk1"/>
                </a:solidFill>
              </a:rPr>
              <a:t>This activates my virtual environment so the pipeline uses the correct Python dependencies.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command:</a:t>
            </a:r>
            <a:br>
              <a:rPr lang="en">
                <a:solidFill>
                  <a:schemeClr val="dk1"/>
                </a:solidFill>
              </a:rPr>
            </a:br>
            <a:r>
              <a:rPr lang="en">
                <a:solidFill>
                  <a:schemeClr val="dk1"/>
                </a:solidFill>
              </a:rPr>
              <a:t>pwd</a:t>
            </a:r>
            <a:br>
              <a:rPr lang="en">
                <a:solidFill>
                  <a:schemeClr val="dk1"/>
                </a:solidFill>
              </a:rPr>
            </a:br>
            <a:r>
              <a:rPr lang="en">
                <a:solidFill>
                  <a:schemeClr val="dk1"/>
                </a:solidFill>
              </a:rPr>
              <a:t>explain:</a:t>
            </a:r>
            <a:br>
              <a:rPr lang="en">
                <a:solidFill>
                  <a:schemeClr val="dk1"/>
                </a:solidFill>
              </a:rPr>
            </a:br>
            <a:r>
              <a:rPr lang="en">
                <a:solidFill>
                  <a:schemeClr val="dk1"/>
                </a:solidFill>
              </a:rPr>
              <a:t>This confirms that I am inside the correct project directory.</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command:</a:t>
            </a:r>
            <a:br>
              <a:rPr lang="en">
                <a:solidFill>
                  <a:schemeClr val="dk1"/>
                </a:solidFill>
              </a:rPr>
            </a:br>
            <a:r>
              <a:rPr lang="en">
                <a:solidFill>
                  <a:schemeClr val="dk1"/>
                </a:solidFill>
              </a:rPr>
              <a:t>ls</a:t>
            </a:r>
            <a:br>
              <a:rPr lang="en">
                <a:solidFill>
                  <a:schemeClr val="dk1"/>
                </a:solidFill>
              </a:rPr>
            </a:br>
            <a:r>
              <a:rPr lang="en">
                <a:solidFill>
                  <a:schemeClr val="dk1"/>
                </a:solidFill>
              </a:rPr>
              <a:t>explain:</a:t>
            </a:r>
            <a:br>
              <a:rPr lang="en">
                <a:solidFill>
                  <a:schemeClr val="dk1"/>
                </a:solidFill>
              </a:rPr>
            </a:br>
            <a:r>
              <a:rPr lang="en">
                <a:solidFill>
                  <a:schemeClr val="dk1"/>
                </a:solidFill>
              </a:rPr>
              <a:t>This lists all files in the project, including the dataset, Python scripts, logs, and output files.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command:</a:t>
            </a:r>
            <a:br>
              <a:rPr lang="en">
                <a:solidFill>
                  <a:schemeClr val="dk1"/>
                </a:solidFill>
              </a:rPr>
            </a:br>
            <a:r>
              <a:rPr lang="en">
                <a:solidFill>
                  <a:schemeClr val="dk1"/>
                </a:solidFill>
              </a:rPr>
              <a:t>python load_imdb.py</a:t>
            </a:r>
            <a:br>
              <a:rPr lang="en">
                <a:solidFill>
                  <a:schemeClr val="dk1"/>
                </a:solidFill>
              </a:rPr>
            </a:br>
            <a:r>
              <a:rPr lang="en">
                <a:solidFill>
                  <a:schemeClr val="dk1"/>
                </a:solidFill>
              </a:rPr>
              <a:t>explain:</a:t>
            </a:r>
            <a:br>
              <a:rPr lang="en">
                <a:solidFill>
                  <a:schemeClr val="dk1"/>
                </a:solidFill>
              </a:rPr>
            </a:br>
            <a:r>
              <a:rPr lang="en">
                <a:solidFill>
                  <a:schemeClr val="dk1"/>
                </a:solidFill>
              </a:rPr>
              <a:t>This runs the entire ETL pipeline for processing the IMDB movie dataset.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output:</a:t>
            </a:r>
            <a:br>
              <a:rPr lang="en">
                <a:solidFill>
                  <a:schemeClr val="dk1"/>
                </a:solidFill>
              </a:rPr>
            </a:br>
            <a:r>
              <a:rPr lang="en">
                <a:solidFill>
                  <a:schemeClr val="dk1"/>
                </a:solidFill>
              </a:rPr>
              <a:t>Read 1000 rows from imdb_movie_dataset.csv</a:t>
            </a:r>
            <a:br>
              <a:rPr lang="en">
                <a:solidFill>
                  <a:schemeClr val="dk1"/>
                </a:solidFill>
              </a:rPr>
            </a:br>
            <a:r>
              <a:rPr lang="en">
                <a:solidFill>
                  <a:schemeClr val="dk1"/>
                </a:solidFill>
              </a:rPr>
              <a:t>explain:</a:t>
            </a:r>
            <a:br>
              <a:rPr lang="en">
                <a:solidFill>
                  <a:schemeClr val="dk1"/>
                </a:solidFill>
              </a:rPr>
            </a:br>
            <a:r>
              <a:rPr lang="en">
                <a:solidFill>
                  <a:schemeClr val="dk1"/>
                </a:solidFill>
              </a:rPr>
              <a:t>The pipeline begins by reading 1,000 movie records. This represents the Extract phase of the ETL process.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output:</a:t>
            </a:r>
            <a:br>
              <a:rPr lang="en">
                <a:solidFill>
                  <a:schemeClr val="dk1"/>
                </a:solidFill>
              </a:rPr>
            </a:br>
            <a:r>
              <a:rPr lang="en">
                <a:solidFill>
                  <a:schemeClr val="dk1"/>
                </a:solidFill>
              </a:rPr>
              <a:t>[WARNING] Rejected row … Missing Revenue / Missing Metascore</a:t>
            </a:r>
            <a:br>
              <a:rPr lang="en">
                <a:solidFill>
                  <a:schemeClr val="dk1"/>
                </a:solidFill>
              </a:rPr>
            </a:br>
            <a:r>
              <a:rPr lang="en">
                <a:solidFill>
                  <a:schemeClr val="dk1"/>
                </a:solidFill>
              </a:rPr>
              <a:t>explain:</a:t>
            </a:r>
            <a:br>
              <a:rPr lang="en">
                <a:solidFill>
                  <a:schemeClr val="dk1"/>
                </a:solidFill>
              </a:rPr>
            </a:br>
            <a:r>
              <a:rPr lang="en">
                <a:solidFill>
                  <a:schemeClr val="dk1"/>
                </a:solidFill>
              </a:rPr>
              <a:t>These warnings come from the Validation phase. Each warning is a row that failed validation due to missing required fields. The pipeline logs every rejected row for transparency.</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output:</a:t>
            </a:r>
            <a:br>
              <a:rPr lang="en">
                <a:solidFill>
                  <a:schemeClr val="dk1"/>
                </a:solidFill>
              </a:rPr>
            </a:br>
            <a:r>
              <a:rPr lang="en">
                <a:solidFill>
                  <a:schemeClr val="dk1"/>
                </a:solidFill>
              </a:rPr>
              <a:t>Inserted 838 rows into stg_movies</a:t>
            </a:r>
            <a:br>
              <a:rPr lang="en">
                <a:solidFill>
                  <a:schemeClr val="dk1"/>
                </a:solidFill>
              </a:rPr>
            </a:br>
            <a:r>
              <a:rPr lang="en">
                <a:solidFill>
                  <a:schemeClr val="dk1"/>
                </a:solidFill>
              </a:rPr>
              <a:t>Rejected 162 rows into stg_rejects</a:t>
            </a:r>
            <a:br>
              <a:rPr lang="en">
                <a:solidFill>
                  <a:schemeClr val="dk1"/>
                </a:solidFill>
              </a:rPr>
            </a:br>
            <a:r>
              <a:rPr lang="en">
                <a:solidFill>
                  <a:schemeClr val="dk1"/>
                </a:solidFill>
              </a:rPr>
              <a:t>explain:</a:t>
            </a:r>
            <a:br>
              <a:rPr lang="en">
                <a:solidFill>
                  <a:schemeClr val="dk1"/>
                </a:solidFill>
              </a:rPr>
            </a:br>
            <a:r>
              <a:rPr lang="en">
                <a:solidFill>
                  <a:schemeClr val="dk1"/>
                </a:solidFill>
              </a:rPr>
              <a:t>Valid rows are loaded into the stg_movies staging table, while invalid rows are stored in stg_rejects. This provides a clear summary of how many rows passed validation and how many were rejected.</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output:</a:t>
            </a:r>
            <a:br>
              <a:rPr lang="en">
                <a:solidFill>
                  <a:schemeClr val="dk1"/>
                </a:solidFill>
              </a:rPr>
            </a:br>
            <a:r>
              <a:rPr lang="en">
                <a:solidFill>
                  <a:schemeClr val="dk1"/>
                </a:solidFill>
              </a:rPr>
              <a:t>Wrote cleaned rows to clean_imdb_movies.csv</a:t>
            </a:r>
            <a:br>
              <a:rPr lang="en">
                <a:solidFill>
                  <a:schemeClr val="dk1"/>
                </a:solidFill>
              </a:rPr>
            </a:br>
            <a:r>
              <a:rPr lang="en">
                <a:solidFill>
                  <a:schemeClr val="dk1"/>
                </a:solidFill>
              </a:rPr>
              <a:t>explain:</a:t>
            </a:r>
            <a:br>
              <a:rPr lang="en">
                <a:solidFill>
                  <a:schemeClr val="dk1"/>
                </a:solidFill>
              </a:rPr>
            </a:br>
            <a:r>
              <a:rPr lang="en">
                <a:solidFill>
                  <a:schemeClr val="dk1"/>
                </a:solidFill>
              </a:rPr>
              <a:t>The pipeline exports a cleaned, analytics-ready dataset. This is similar to the Gold layer in the data architecture and can be used directly for reporting or analysis.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closing:</a:t>
            </a:r>
            <a:br>
              <a:rPr lang="en">
                <a:solidFill>
                  <a:schemeClr val="dk1"/>
                </a:solidFill>
              </a:rPr>
            </a:br>
            <a:r>
              <a:rPr lang="en">
                <a:solidFill>
                  <a:schemeClr val="dk1"/>
                </a:solidFill>
              </a:rPr>
              <a:t>This demo shows the complete ETL flow: extract, validate, clean, load into staging, and export a final cleaned dataset.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If you want, I can shorten it, expand it, or format it specifically for the time you have to present.</a:t>
            </a:r>
            <a:endParaRPr>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g391787a8d9e_0_53: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54" name="Google Shape;154;g391787a8d9e_0_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en">
                <a:solidFill>
                  <a:schemeClr val="dk1"/>
                </a:solidFill>
              </a:rPr>
              <a:t>Looking ahead, there are several enhancements that would make this ingestion pipeline production-ready.</a:t>
            </a:r>
            <a:endParaRPr>
              <a:solidFill>
                <a:schemeClr val="dk1"/>
              </a:solidFill>
            </a:endParaRPr>
          </a:p>
          <a:p>
            <a:pPr indent="0" lvl="0" marL="0" rtl="0" algn="l">
              <a:lnSpc>
                <a:spcPct val="115000"/>
              </a:lnSpc>
              <a:spcBef>
                <a:spcPts val="1200"/>
              </a:spcBef>
              <a:spcAft>
                <a:spcPts val="0"/>
              </a:spcAft>
              <a:buNone/>
            </a:pPr>
            <a:r>
              <a:rPr b="1" lang="en">
                <a:solidFill>
                  <a:schemeClr val="dk1"/>
                </a:solidFill>
              </a:rPr>
              <a:t>First</a:t>
            </a:r>
            <a:r>
              <a:rPr lang="en">
                <a:solidFill>
                  <a:schemeClr val="dk1"/>
                </a:solidFill>
              </a:rPr>
              <a:t>, integrating an orchestration tool like Airflow or Prefect would automate scheduling, manage retries, and send notifications when a run fails. This ensures the pipeline runs reliably without manual triggering.</a:t>
            </a:r>
            <a:endParaRPr>
              <a:solidFill>
                <a:schemeClr val="dk1"/>
              </a:solidFill>
            </a:endParaRPr>
          </a:p>
          <a:p>
            <a:pPr indent="0" lvl="0" marL="0" rtl="0" algn="l">
              <a:lnSpc>
                <a:spcPct val="115000"/>
              </a:lnSpc>
              <a:spcBef>
                <a:spcPts val="1200"/>
              </a:spcBef>
              <a:spcAft>
                <a:spcPts val="0"/>
              </a:spcAft>
              <a:buNone/>
            </a:pPr>
            <a:r>
              <a:rPr b="1" lang="en">
                <a:solidFill>
                  <a:schemeClr val="dk1"/>
                </a:solidFill>
              </a:rPr>
              <a:t>Second</a:t>
            </a:r>
            <a:r>
              <a:rPr lang="en">
                <a:solidFill>
                  <a:schemeClr val="dk1"/>
                </a:solidFill>
              </a:rPr>
              <a:t>, moving the warehouse layer to a cloud platform such as BigQuery or Snowflake would improve scalability, performance, and support larger datasets.</a:t>
            </a:r>
            <a:endParaRPr>
              <a:solidFill>
                <a:schemeClr val="dk1"/>
              </a:solidFill>
            </a:endParaRPr>
          </a:p>
          <a:p>
            <a:pPr indent="0" lvl="0" marL="0" rtl="0" algn="l">
              <a:lnSpc>
                <a:spcPct val="115000"/>
              </a:lnSpc>
              <a:spcBef>
                <a:spcPts val="1200"/>
              </a:spcBef>
              <a:spcAft>
                <a:spcPts val="0"/>
              </a:spcAft>
              <a:buNone/>
            </a:pPr>
            <a:r>
              <a:rPr b="1" lang="en">
                <a:solidFill>
                  <a:schemeClr val="dk1"/>
                </a:solidFill>
              </a:rPr>
              <a:t>Third</a:t>
            </a:r>
            <a:r>
              <a:rPr lang="en">
                <a:solidFill>
                  <a:schemeClr val="dk1"/>
                </a:solidFill>
              </a:rPr>
              <a:t>, I would add a data quality framework like Great Expectations or dbt tests. This allows automated validation rules to run during the Silver and Gold transformations, preventing bad data from moving downstream.</a:t>
            </a:r>
            <a:endParaRPr>
              <a:solidFill>
                <a:schemeClr val="dk1"/>
              </a:solidFill>
            </a:endParaRPr>
          </a:p>
          <a:p>
            <a:pPr indent="0" lvl="0" marL="0" rtl="0" algn="l">
              <a:lnSpc>
                <a:spcPct val="115000"/>
              </a:lnSpc>
              <a:spcBef>
                <a:spcPts val="1200"/>
              </a:spcBef>
              <a:spcAft>
                <a:spcPts val="0"/>
              </a:spcAft>
              <a:buNone/>
            </a:pPr>
            <a:r>
              <a:rPr b="1" lang="en">
                <a:solidFill>
                  <a:schemeClr val="dk1"/>
                </a:solidFill>
              </a:rPr>
              <a:t>Fourth</a:t>
            </a:r>
            <a:r>
              <a:rPr lang="en">
                <a:solidFill>
                  <a:schemeClr val="dk1"/>
                </a:solidFill>
              </a:rPr>
              <a:t>, implementing monitoring and alerting — using a free tool like Prometheus — would help track pipeline failures, delays, unusual spikes in rejected rows, or other anomalies.</a:t>
            </a:r>
            <a:endParaRPr>
              <a:solidFill>
                <a:schemeClr val="dk1"/>
              </a:solidFill>
            </a:endParaRPr>
          </a:p>
          <a:p>
            <a:pPr indent="0" lvl="0" marL="0" rtl="0" algn="l">
              <a:lnSpc>
                <a:spcPct val="115000"/>
              </a:lnSpc>
              <a:spcBef>
                <a:spcPts val="1200"/>
              </a:spcBef>
              <a:spcAft>
                <a:spcPts val="0"/>
              </a:spcAft>
              <a:buNone/>
            </a:pPr>
            <a:r>
              <a:rPr b="1" lang="en">
                <a:solidFill>
                  <a:schemeClr val="dk1"/>
                </a:solidFill>
              </a:rPr>
              <a:t>Finally</a:t>
            </a:r>
            <a:r>
              <a:rPr lang="en">
                <a:solidFill>
                  <a:schemeClr val="dk1"/>
                </a:solidFill>
              </a:rPr>
              <a:t>, I would extend the pipeline to support new data sources such as JSON files, external APIs, or even incremental streaming movie datasets. This would make the ingestion system more flexible and closer to a real enterprise data platform.”</a:t>
            </a:r>
            <a:endParaRPr>
              <a:solidFill>
                <a:schemeClr val="dk1"/>
              </a:solidFill>
            </a:endParaRPr>
          </a:p>
          <a:p>
            <a:pPr indent="0" lvl="0" marL="0" rtl="0" algn="l">
              <a:lnSpc>
                <a:spcPct val="115000"/>
              </a:lnSpc>
              <a:spcBef>
                <a:spcPts val="1200"/>
              </a:spcBef>
              <a:spcAft>
                <a:spcPts val="0"/>
              </a:spcAft>
              <a:buNone/>
            </a:pPr>
            <a:r>
              <a:t/>
            </a:r>
            <a:endParaRPr>
              <a:solidFill>
                <a:schemeClr val="dk1"/>
              </a:solidFill>
            </a:endParaRPr>
          </a:p>
          <a:p>
            <a:pPr indent="0" lvl="0" marL="0" rtl="0" algn="l">
              <a:lnSpc>
                <a:spcPct val="115000"/>
              </a:lnSpc>
              <a:spcBef>
                <a:spcPts val="1200"/>
              </a:spcBef>
              <a:spcAft>
                <a:spcPts val="120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g391787a8d9e_0_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0" name="Google Shape;160;g391787a8d9e_0_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a:t>To conclude, this project successfully builds a reliable and repeatable ETL pipeline for movie ratings data.</a:t>
            </a:r>
            <a:endParaRPr/>
          </a:p>
          <a:p>
            <a:pPr indent="0" lvl="0" marL="0" rtl="0" algn="l">
              <a:lnSpc>
                <a:spcPct val="115000"/>
              </a:lnSpc>
              <a:spcBef>
                <a:spcPts val="0"/>
              </a:spcBef>
              <a:spcAft>
                <a:spcPts val="0"/>
              </a:spcAft>
              <a:buClr>
                <a:schemeClr val="dk1"/>
              </a:buClr>
              <a:buSzPts val="1100"/>
              <a:buFont typeface="Arial"/>
              <a:buNone/>
            </a:pPr>
            <a:r>
              <a:rPr lang="en"/>
              <a:t>We created a structured data flow using the Bronze, Silver, and Gold layers, ensuring clean and analytics-ready data.</a:t>
            </a:r>
            <a:endParaRPr/>
          </a:p>
          <a:p>
            <a:pPr indent="0" lvl="0" marL="0" rtl="0" algn="l">
              <a:lnSpc>
                <a:spcPct val="115000"/>
              </a:lnSpc>
              <a:spcBef>
                <a:spcPts val="0"/>
              </a:spcBef>
              <a:spcAft>
                <a:spcPts val="0"/>
              </a:spcAft>
              <a:buClr>
                <a:schemeClr val="dk1"/>
              </a:buClr>
              <a:buSzPts val="1100"/>
              <a:buFont typeface="Arial"/>
              <a:buNone/>
            </a:pPr>
            <a:r>
              <a:rPr lang="en"/>
              <a:t>The system improves data quality and visibility through validation, logging, and a dedicated Rejects table.</a:t>
            </a:r>
            <a:endParaRPr/>
          </a:p>
          <a:p>
            <a:pPr indent="0" lvl="0" marL="0" rtl="0" algn="l">
              <a:spcBef>
                <a:spcPts val="0"/>
              </a:spcBef>
              <a:spcAft>
                <a:spcPts val="0"/>
              </a:spcAft>
              <a:buNone/>
            </a:pPr>
            <a:r>
              <a:rPr lang="en"/>
              <a:t>Overall, this ingestion sub-system provides a strong foundation for downstream analytics, dashboards, or even machine learning applications.”</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dk1"/>
        </a:solidFill>
      </p:bgPr>
    </p:bg>
    <p:spTree>
      <p:nvGrpSpPr>
        <p:cNvPr id="9" name="Shape 9"/>
        <p:cNvGrpSpPr/>
        <p:nvPr/>
      </p:nvGrpSpPr>
      <p:grpSpPr>
        <a:xfrm>
          <a:off x="0" y="0"/>
          <a:ext cx="0" cy="0"/>
          <a:chOff x="0" y="0"/>
          <a:chExt cx="0" cy="0"/>
        </a:xfrm>
      </p:grpSpPr>
      <p:cxnSp>
        <p:nvCxnSpPr>
          <p:cNvPr id="10" name="Google Shape;10;p2"/>
          <p:cNvCxnSpPr/>
          <p:nvPr/>
        </p:nvCxnSpPr>
        <p:spPr>
          <a:xfrm>
            <a:off x="2477724" y="415650"/>
            <a:ext cx="6244200" cy="0"/>
          </a:xfrm>
          <a:prstGeom prst="straightConnector1">
            <a:avLst/>
          </a:prstGeom>
          <a:noFill/>
          <a:ln cap="flat" cmpd="sng" w="38100">
            <a:solidFill>
              <a:schemeClr val="lt1"/>
            </a:solidFill>
            <a:prstDash val="solid"/>
            <a:round/>
            <a:headEnd len="sm" w="sm" type="none"/>
            <a:tailEnd len="sm" w="sm" type="none"/>
          </a:ln>
        </p:spPr>
      </p:cxnSp>
      <p:cxnSp>
        <p:nvCxnSpPr>
          <p:cNvPr id="11" name="Google Shape;11;p2"/>
          <p:cNvCxnSpPr/>
          <p:nvPr/>
        </p:nvCxnSpPr>
        <p:spPr>
          <a:xfrm>
            <a:off x="2477724" y="4740000"/>
            <a:ext cx="6244200" cy="0"/>
          </a:xfrm>
          <a:prstGeom prst="straightConnector1">
            <a:avLst/>
          </a:prstGeom>
          <a:noFill/>
          <a:ln cap="flat" cmpd="sng" w="19050">
            <a:solidFill>
              <a:schemeClr val="lt1"/>
            </a:solidFill>
            <a:prstDash val="solid"/>
            <a:round/>
            <a:headEnd len="sm" w="sm" type="none"/>
            <a:tailEnd len="sm" w="sm" type="none"/>
          </a:ln>
        </p:spPr>
      </p:cxnSp>
      <p:cxnSp>
        <p:nvCxnSpPr>
          <p:cNvPr id="12" name="Google Shape;12;p2"/>
          <p:cNvCxnSpPr/>
          <p:nvPr/>
        </p:nvCxnSpPr>
        <p:spPr>
          <a:xfrm>
            <a:off x="425198" y="415650"/>
            <a:ext cx="183300" cy="0"/>
          </a:xfrm>
          <a:prstGeom prst="straightConnector1">
            <a:avLst/>
          </a:prstGeom>
          <a:noFill/>
          <a:ln cap="flat" cmpd="sng" w="19050">
            <a:solidFill>
              <a:schemeClr val="lt1"/>
            </a:solidFill>
            <a:prstDash val="solid"/>
            <a:round/>
            <a:headEnd len="sm" w="sm" type="none"/>
            <a:tailEnd len="sm" w="sm" type="none"/>
          </a:ln>
        </p:spPr>
      </p:cxnSp>
      <p:sp>
        <p:nvSpPr>
          <p:cNvPr id="13" name="Google Shape;13;p2"/>
          <p:cNvSpPr txBox="1"/>
          <p:nvPr>
            <p:ph type="ctrTitle"/>
          </p:nvPr>
        </p:nvSpPr>
        <p:spPr>
          <a:xfrm>
            <a:off x="2371725" y="630225"/>
            <a:ext cx="6331500" cy="15420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4800"/>
              <a:buNone/>
              <a:defRPr sz="4800">
                <a:solidFill>
                  <a:schemeClr val="lt1"/>
                </a:solidFill>
              </a:defRPr>
            </a:lvl1pPr>
            <a:lvl2pPr lvl="1">
              <a:spcBef>
                <a:spcPts val="0"/>
              </a:spcBef>
              <a:spcAft>
                <a:spcPts val="0"/>
              </a:spcAft>
              <a:buClr>
                <a:schemeClr val="lt1"/>
              </a:buClr>
              <a:buSzPts val="4800"/>
              <a:buNone/>
              <a:defRPr sz="4800">
                <a:solidFill>
                  <a:schemeClr val="lt1"/>
                </a:solidFill>
              </a:defRPr>
            </a:lvl2pPr>
            <a:lvl3pPr lvl="2">
              <a:spcBef>
                <a:spcPts val="0"/>
              </a:spcBef>
              <a:spcAft>
                <a:spcPts val="0"/>
              </a:spcAft>
              <a:buClr>
                <a:schemeClr val="lt1"/>
              </a:buClr>
              <a:buSzPts val="4800"/>
              <a:buNone/>
              <a:defRPr sz="4800">
                <a:solidFill>
                  <a:schemeClr val="lt1"/>
                </a:solidFill>
              </a:defRPr>
            </a:lvl3pPr>
            <a:lvl4pPr lvl="3">
              <a:spcBef>
                <a:spcPts val="0"/>
              </a:spcBef>
              <a:spcAft>
                <a:spcPts val="0"/>
              </a:spcAft>
              <a:buClr>
                <a:schemeClr val="lt1"/>
              </a:buClr>
              <a:buSzPts val="4800"/>
              <a:buNone/>
              <a:defRPr sz="4800">
                <a:solidFill>
                  <a:schemeClr val="lt1"/>
                </a:solidFill>
              </a:defRPr>
            </a:lvl4pPr>
            <a:lvl5pPr lvl="4">
              <a:spcBef>
                <a:spcPts val="0"/>
              </a:spcBef>
              <a:spcAft>
                <a:spcPts val="0"/>
              </a:spcAft>
              <a:buClr>
                <a:schemeClr val="lt1"/>
              </a:buClr>
              <a:buSzPts val="4800"/>
              <a:buNone/>
              <a:defRPr sz="4800">
                <a:solidFill>
                  <a:schemeClr val="lt1"/>
                </a:solidFill>
              </a:defRPr>
            </a:lvl5pPr>
            <a:lvl6pPr lvl="5">
              <a:spcBef>
                <a:spcPts val="0"/>
              </a:spcBef>
              <a:spcAft>
                <a:spcPts val="0"/>
              </a:spcAft>
              <a:buClr>
                <a:schemeClr val="lt1"/>
              </a:buClr>
              <a:buSzPts val="4800"/>
              <a:buNone/>
              <a:defRPr sz="4800">
                <a:solidFill>
                  <a:schemeClr val="lt1"/>
                </a:solidFill>
              </a:defRPr>
            </a:lvl6pPr>
            <a:lvl7pPr lvl="6">
              <a:spcBef>
                <a:spcPts val="0"/>
              </a:spcBef>
              <a:spcAft>
                <a:spcPts val="0"/>
              </a:spcAft>
              <a:buClr>
                <a:schemeClr val="lt1"/>
              </a:buClr>
              <a:buSzPts val="4800"/>
              <a:buNone/>
              <a:defRPr sz="4800">
                <a:solidFill>
                  <a:schemeClr val="lt1"/>
                </a:solidFill>
              </a:defRPr>
            </a:lvl7pPr>
            <a:lvl8pPr lvl="7">
              <a:spcBef>
                <a:spcPts val="0"/>
              </a:spcBef>
              <a:spcAft>
                <a:spcPts val="0"/>
              </a:spcAft>
              <a:buClr>
                <a:schemeClr val="lt1"/>
              </a:buClr>
              <a:buSzPts val="4800"/>
              <a:buNone/>
              <a:defRPr sz="4800">
                <a:solidFill>
                  <a:schemeClr val="lt1"/>
                </a:solidFill>
              </a:defRPr>
            </a:lvl8pPr>
            <a:lvl9pPr lvl="8">
              <a:spcBef>
                <a:spcPts val="0"/>
              </a:spcBef>
              <a:spcAft>
                <a:spcPts val="0"/>
              </a:spcAft>
              <a:buClr>
                <a:schemeClr val="lt1"/>
              </a:buClr>
              <a:buSzPts val="4800"/>
              <a:buNone/>
              <a:defRPr sz="4800">
                <a:solidFill>
                  <a:schemeClr val="lt1"/>
                </a:solidFill>
              </a:defRPr>
            </a:lvl9pPr>
          </a:lstStyle>
          <a:p/>
        </p:txBody>
      </p:sp>
      <p:sp>
        <p:nvSpPr>
          <p:cNvPr id="14" name="Google Shape;14;p2"/>
          <p:cNvSpPr txBox="1"/>
          <p:nvPr>
            <p:ph idx="1" type="subTitle"/>
          </p:nvPr>
        </p:nvSpPr>
        <p:spPr>
          <a:xfrm>
            <a:off x="2390267" y="3238450"/>
            <a:ext cx="6331500" cy="12417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Clr>
                <a:schemeClr val="lt1"/>
              </a:buClr>
              <a:buSzPts val="1800"/>
              <a:buNone/>
              <a:defRPr>
                <a:solidFill>
                  <a:schemeClr val="lt1"/>
                </a:solidFill>
              </a:defRPr>
            </a:lvl1pPr>
            <a:lvl2pPr lvl="1">
              <a:lnSpc>
                <a:spcPct val="100000"/>
              </a:lnSpc>
              <a:spcBef>
                <a:spcPts val="0"/>
              </a:spcBef>
              <a:spcAft>
                <a:spcPts val="0"/>
              </a:spcAft>
              <a:buClr>
                <a:schemeClr val="lt1"/>
              </a:buClr>
              <a:buSzPts val="1800"/>
              <a:buNone/>
              <a:defRPr sz="1800">
                <a:solidFill>
                  <a:schemeClr val="lt1"/>
                </a:solidFill>
              </a:defRPr>
            </a:lvl2pPr>
            <a:lvl3pPr lvl="2">
              <a:lnSpc>
                <a:spcPct val="100000"/>
              </a:lnSpc>
              <a:spcBef>
                <a:spcPts val="0"/>
              </a:spcBef>
              <a:spcAft>
                <a:spcPts val="0"/>
              </a:spcAft>
              <a:buClr>
                <a:schemeClr val="lt1"/>
              </a:buClr>
              <a:buSzPts val="1800"/>
              <a:buNone/>
              <a:defRPr sz="1800">
                <a:solidFill>
                  <a:schemeClr val="lt1"/>
                </a:solidFill>
              </a:defRPr>
            </a:lvl3pPr>
            <a:lvl4pPr lvl="3">
              <a:lnSpc>
                <a:spcPct val="100000"/>
              </a:lnSpc>
              <a:spcBef>
                <a:spcPts val="0"/>
              </a:spcBef>
              <a:spcAft>
                <a:spcPts val="0"/>
              </a:spcAft>
              <a:buClr>
                <a:schemeClr val="lt1"/>
              </a:buClr>
              <a:buSzPts val="1800"/>
              <a:buNone/>
              <a:defRPr sz="1800">
                <a:solidFill>
                  <a:schemeClr val="lt1"/>
                </a:solidFill>
              </a:defRPr>
            </a:lvl4pPr>
            <a:lvl5pPr lvl="4">
              <a:lnSpc>
                <a:spcPct val="100000"/>
              </a:lnSpc>
              <a:spcBef>
                <a:spcPts val="0"/>
              </a:spcBef>
              <a:spcAft>
                <a:spcPts val="0"/>
              </a:spcAft>
              <a:buClr>
                <a:schemeClr val="lt1"/>
              </a:buClr>
              <a:buSzPts val="1800"/>
              <a:buNone/>
              <a:defRPr sz="1800">
                <a:solidFill>
                  <a:schemeClr val="lt1"/>
                </a:solidFill>
              </a:defRPr>
            </a:lvl5pPr>
            <a:lvl6pPr lvl="5">
              <a:lnSpc>
                <a:spcPct val="100000"/>
              </a:lnSpc>
              <a:spcBef>
                <a:spcPts val="0"/>
              </a:spcBef>
              <a:spcAft>
                <a:spcPts val="0"/>
              </a:spcAft>
              <a:buClr>
                <a:schemeClr val="lt1"/>
              </a:buClr>
              <a:buSzPts val="1800"/>
              <a:buNone/>
              <a:defRPr sz="1800">
                <a:solidFill>
                  <a:schemeClr val="lt1"/>
                </a:solidFill>
              </a:defRPr>
            </a:lvl6pPr>
            <a:lvl7pPr lvl="6">
              <a:lnSpc>
                <a:spcPct val="100000"/>
              </a:lnSpc>
              <a:spcBef>
                <a:spcPts val="0"/>
              </a:spcBef>
              <a:spcAft>
                <a:spcPts val="0"/>
              </a:spcAft>
              <a:buClr>
                <a:schemeClr val="lt1"/>
              </a:buClr>
              <a:buSzPts val="1800"/>
              <a:buNone/>
              <a:defRPr sz="1800">
                <a:solidFill>
                  <a:schemeClr val="lt1"/>
                </a:solidFill>
              </a:defRPr>
            </a:lvl7pPr>
            <a:lvl8pPr lvl="7">
              <a:lnSpc>
                <a:spcPct val="100000"/>
              </a:lnSpc>
              <a:spcBef>
                <a:spcPts val="0"/>
              </a:spcBef>
              <a:spcAft>
                <a:spcPts val="0"/>
              </a:spcAft>
              <a:buClr>
                <a:schemeClr val="lt1"/>
              </a:buClr>
              <a:buSzPts val="1800"/>
              <a:buNone/>
              <a:defRPr sz="1800">
                <a:solidFill>
                  <a:schemeClr val="lt1"/>
                </a:solidFill>
              </a:defRPr>
            </a:lvl8pPr>
            <a:lvl9pPr lvl="8">
              <a:lnSpc>
                <a:spcPct val="100000"/>
              </a:lnSpc>
              <a:spcBef>
                <a:spcPts val="0"/>
              </a:spcBef>
              <a:spcAft>
                <a:spcPts val="0"/>
              </a:spcAft>
              <a:buClr>
                <a:schemeClr val="lt1"/>
              </a:buClr>
              <a:buSzPts val="1800"/>
              <a:buNone/>
              <a:defRPr sz="1800">
                <a:solidFill>
                  <a:schemeClr val="lt1"/>
                </a:solidFill>
              </a:defRPr>
            </a:lvl9pPr>
          </a:lstStyle>
          <a:p/>
        </p:txBody>
      </p:sp>
      <p:sp>
        <p:nvSpPr>
          <p:cNvPr id="15" name="Google Shape;15;p2"/>
          <p:cNvSpPr txBox="1"/>
          <p:nvPr>
            <p:ph idx="12" type="sldNum"/>
          </p:nvPr>
        </p:nvSpPr>
        <p:spPr>
          <a:xfrm>
            <a:off x="8497999" y="4688759"/>
            <a:ext cx="548700" cy="393600"/>
          </a:xfrm>
          <a:prstGeom prst="rect">
            <a:avLst/>
          </a:prstGeom>
        </p:spPr>
        <p:txBody>
          <a:bodyPr anchorCtr="0" anchor="ctr" bIns="91425" lIns="91425" spcFirstLastPara="1" rIns="91425" wrap="square" tIns="91425">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16" name="Shape 16"/>
        <p:cNvGrpSpPr/>
        <p:nvPr/>
      </p:nvGrpSpPr>
      <p:grpSpPr>
        <a:xfrm>
          <a:off x="0" y="0"/>
          <a:ext cx="0" cy="0"/>
          <a:chOff x="0" y="0"/>
          <a:chExt cx="0" cy="0"/>
        </a:xfrm>
      </p:grpSpPr>
      <p:cxnSp>
        <p:nvCxnSpPr>
          <p:cNvPr id="17" name="Google Shape;17;p3"/>
          <p:cNvCxnSpPr/>
          <p:nvPr/>
        </p:nvCxnSpPr>
        <p:spPr>
          <a:xfrm>
            <a:off x="425200" y="415650"/>
            <a:ext cx="8296800" cy="0"/>
          </a:xfrm>
          <a:prstGeom prst="straightConnector1">
            <a:avLst/>
          </a:prstGeom>
          <a:noFill/>
          <a:ln cap="flat" cmpd="sng" w="38100">
            <a:solidFill>
              <a:schemeClr val="lt1"/>
            </a:solidFill>
            <a:prstDash val="solid"/>
            <a:round/>
            <a:headEnd len="sm" w="sm" type="none"/>
            <a:tailEnd len="sm" w="sm" type="none"/>
          </a:ln>
        </p:spPr>
      </p:cxnSp>
      <p:cxnSp>
        <p:nvCxnSpPr>
          <p:cNvPr id="18" name="Google Shape;18;p3"/>
          <p:cNvCxnSpPr/>
          <p:nvPr/>
        </p:nvCxnSpPr>
        <p:spPr>
          <a:xfrm>
            <a:off x="425200" y="4740000"/>
            <a:ext cx="8296800" cy="0"/>
          </a:xfrm>
          <a:prstGeom prst="straightConnector1">
            <a:avLst/>
          </a:prstGeom>
          <a:noFill/>
          <a:ln cap="flat" cmpd="sng" w="19050">
            <a:solidFill>
              <a:schemeClr val="lt1"/>
            </a:solidFill>
            <a:prstDash val="solid"/>
            <a:round/>
            <a:headEnd len="sm" w="sm" type="none"/>
            <a:tailEnd len="sm" w="sm" type="none"/>
          </a:ln>
        </p:spPr>
      </p:cxnSp>
      <p:sp>
        <p:nvSpPr>
          <p:cNvPr id="19" name="Google Shape;19;p3"/>
          <p:cNvSpPr txBox="1"/>
          <p:nvPr>
            <p:ph type="title"/>
          </p:nvPr>
        </p:nvSpPr>
        <p:spPr>
          <a:xfrm>
            <a:off x="406425" y="1806825"/>
            <a:ext cx="8296800" cy="15420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lt1"/>
              </a:buClr>
              <a:buSzPts val="4800"/>
              <a:buNone/>
              <a:defRPr sz="4800">
                <a:solidFill>
                  <a:schemeClr val="lt1"/>
                </a:solidFill>
              </a:defRPr>
            </a:lvl1pPr>
            <a:lvl2pPr lvl="1" algn="ctr">
              <a:spcBef>
                <a:spcPts val="0"/>
              </a:spcBef>
              <a:spcAft>
                <a:spcPts val="0"/>
              </a:spcAft>
              <a:buClr>
                <a:schemeClr val="lt1"/>
              </a:buClr>
              <a:buSzPts val="4800"/>
              <a:buNone/>
              <a:defRPr sz="4800">
                <a:solidFill>
                  <a:schemeClr val="lt1"/>
                </a:solidFill>
              </a:defRPr>
            </a:lvl2pPr>
            <a:lvl3pPr lvl="2" algn="ctr">
              <a:spcBef>
                <a:spcPts val="0"/>
              </a:spcBef>
              <a:spcAft>
                <a:spcPts val="0"/>
              </a:spcAft>
              <a:buClr>
                <a:schemeClr val="lt1"/>
              </a:buClr>
              <a:buSzPts val="4800"/>
              <a:buNone/>
              <a:defRPr sz="4800">
                <a:solidFill>
                  <a:schemeClr val="lt1"/>
                </a:solidFill>
              </a:defRPr>
            </a:lvl3pPr>
            <a:lvl4pPr lvl="3" algn="ctr">
              <a:spcBef>
                <a:spcPts val="0"/>
              </a:spcBef>
              <a:spcAft>
                <a:spcPts val="0"/>
              </a:spcAft>
              <a:buClr>
                <a:schemeClr val="lt1"/>
              </a:buClr>
              <a:buSzPts val="4800"/>
              <a:buNone/>
              <a:defRPr sz="4800">
                <a:solidFill>
                  <a:schemeClr val="lt1"/>
                </a:solidFill>
              </a:defRPr>
            </a:lvl4pPr>
            <a:lvl5pPr lvl="4" algn="ctr">
              <a:spcBef>
                <a:spcPts val="0"/>
              </a:spcBef>
              <a:spcAft>
                <a:spcPts val="0"/>
              </a:spcAft>
              <a:buClr>
                <a:schemeClr val="lt1"/>
              </a:buClr>
              <a:buSzPts val="4800"/>
              <a:buNone/>
              <a:defRPr sz="4800">
                <a:solidFill>
                  <a:schemeClr val="lt1"/>
                </a:solidFill>
              </a:defRPr>
            </a:lvl5pPr>
            <a:lvl6pPr lvl="5" algn="ctr">
              <a:spcBef>
                <a:spcPts val="0"/>
              </a:spcBef>
              <a:spcAft>
                <a:spcPts val="0"/>
              </a:spcAft>
              <a:buClr>
                <a:schemeClr val="lt1"/>
              </a:buClr>
              <a:buSzPts val="4800"/>
              <a:buNone/>
              <a:defRPr sz="4800">
                <a:solidFill>
                  <a:schemeClr val="lt1"/>
                </a:solidFill>
              </a:defRPr>
            </a:lvl6pPr>
            <a:lvl7pPr lvl="6" algn="ctr">
              <a:spcBef>
                <a:spcPts val="0"/>
              </a:spcBef>
              <a:spcAft>
                <a:spcPts val="0"/>
              </a:spcAft>
              <a:buClr>
                <a:schemeClr val="lt1"/>
              </a:buClr>
              <a:buSzPts val="4800"/>
              <a:buNone/>
              <a:defRPr sz="4800">
                <a:solidFill>
                  <a:schemeClr val="lt1"/>
                </a:solidFill>
              </a:defRPr>
            </a:lvl7pPr>
            <a:lvl8pPr lvl="7" algn="ctr">
              <a:spcBef>
                <a:spcPts val="0"/>
              </a:spcBef>
              <a:spcAft>
                <a:spcPts val="0"/>
              </a:spcAft>
              <a:buClr>
                <a:schemeClr val="lt1"/>
              </a:buClr>
              <a:buSzPts val="4800"/>
              <a:buNone/>
              <a:defRPr sz="4800">
                <a:solidFill>
                  <a:schemeClr val="lt1"/>
                </a:solidFill>
              </a:defRPr>
            </a:lvl8pPr>
            <a:lvl9pPr lvl="8" algn="ctr">
              <a:spcBef>
                <a:spcPts val="0"/>
              </a:spcBef>
              <a:spcAft>
                <a:spcPts val="0"/>
              </a:spcAft>
              <a:buClr>
                <a:schemeClr val="lt1"/>
              </a:buClr>
              <a:buSzPts val="4800"/>
              <a:buNone/>
              <a:defRPr sz="4800">
                <a:solidFill>
                  <a:schemeClr val="lt1"/>
                </a:solidFill>
              </a:defRPr>
            </a:lvl9pPr>
          </a:lstStyle>
          <a:p/>
        </p:txBody>
      </p:sp>
      <p:sp>
        <p:nvSpPr>
          <p:cNvPr id="20" name="Google Shape;20;p3"/>
          <p:cNvSpPr txBox="1"/>
          <p:nvPr>
            <p:ph idx="12" type="sldNum"/>
          </p:nvPr>
        </p:nvSpPr>
        <p:spPr>
          <a:xfrm>
            <a:off x="8497999" y="4688759"/>
            <a:ext cx="548700" cy="393600"/>
          </a:xfrm>
          <a:prstGeom prst="rect">
            <a:avLst/>
          </a:prstGeom>
        </p:spPr>
        <p:txBody>
          <a:bodyPr anchorCtr="0" anchor="ctr" bIns="91425" lIns="91425" spcFirstLastPara="1" rIns="91425" wrap="square" tIns="91425">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1" name="Shape 21"/>
        <p:cNvGrpSpPr/>
        <p:nvPr/>
      </p:nvGrpSpPr>
      <p:grpSpPr>
        <a:xfrm>
          <a:off x="0" y="0"/>
          <a:ext cx="0" cy="0"/>
          <a:chOff x="0" y="0"/>
          <a:chExt cx="0" cy="0"/>
        </a:xfrm>
      </p:grpSpPr>
      <p:cxnSp>
        <p:nvCxnSpPr>
          <p:cNvPr id="22" name="Google Shape;22;p4"/>
          <p:cNvCxnSpPr/>
          <p:nvPr/>
        </p:nvCxnSpPr>
        <p:spPr>
          <a:xfrm>
            <a:off x="2477724" y="415650"/>
            <a:ext cx="6244200" cy="0"/>
          </a:xfrm>
          <a:prstGeom prst="straightConnector1">
            <a:avLst/>
          </a:prstGeom>
          <a:noFill/>
          <a:ln cap="flat" cmpd="sng" w="38100">
            <a:solidFill>
              <a:schemeClr val="dk2"/>
            </a:solidFill>
            <a:prstDash val="solid"/>
            <a:round/>
            <a:headEnd len="sm" w="sm" type="none"/>
            <a:tailEnd len="sm" w="sm" type="none"/>
          </a:ln>
        </p:spPr>
      </p:cxnSp>
      <p:cxnSp>
        <p:nvCxnSpPr>
          <p:cNvPr id="23" name="Google Shape;23;p4"/>
          <p:cNvCxnSpPr/>
          <p:nvPr/>
        </p:nvCxnSpPr>
        <p:spPr>
          <a:xfrm>
            <a:off x="2477724" y="4740000"/>
            <a:ext cx="6244200" cy="0"/>
          </a:xfrm>
          <a:prstGeom prst="straightConnector1">
            <a:avLst/>
          </a:prstGeom>
          <a:noFill/>
          <a:ln cap="flat" cmpd="sng" w="19050">
            <a:solidFill>
              <a:schemeClr val="dk2"/>
            </a:solidFill>
            <a:prstDash val="solid"/>
            <a:round/>
            <a:headEnd len="sm" w="sm" type="none"/>
            <a:tailEnd len="sm" w="sm" type="none"/>
          </a:ln>
        </p:spPr>
      </p:cxnSp>
      <p:cxnSp>
        <p:nvCxnSpPr>
          <p:cNvPr id="24" name="Google Shape;24;p4"/>
          <p:cNvCxnSpPr/>
          <p:nvPr/>
        </p:nvCxnSpPr>
        <p:spPr>
          <a:xfrm>
            <a:off x="425198" y="415650"/>
            <a:ext cx="183300" cy="0"/>
          </a:xfrm>
          <a:prstGeom prst="straightConnector1">
            <a:avLst/>
          </a:prstGeom>
          <a:noFill/>
          <a:ln cap="flat" cmpd="sng" w="19050">
            <a:solidFill>
              <a:schemeClr val="dk2"/>
            </a:solidFill>
            <a:prstDash val="solid"/>
            <a:round/>
            <a:headEnd len="sm" w="sm" type="none"/>
            <a:tailEnd len="sm" w="sm" type="none"/>
          </a:ln>
        </p:spPr>
      </p:cxnSp>
      <p:sp>
        <p:nvSpPr>
          <p:cNvPr id="25" name="Google Shape;25;p4"/>
          <p:cNvSpPr txBox="1"/>
          <p:nvPr>
            <p:ph type="title"/>
          </p:nvPr>
        </p:nvSpPr>
        <p:spPr>
          <a:xfrm>
            <a:off x="2400250" y="575950"/>
            <a:ext cx="6321600" cy="6354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6" name="Google Shape;26;p4"/>
          <p:cNvSpPr txBox="1"/>
          <p:nvPr>
            <p:ph idx="1" type="body"/>
          </p:nvPr>
        </p:nvSpPr>
        <p:spPr>
          <a:xfrm>
            <a:off x="2410112" y="1595776"/>
            <a:ext cx="6321600" cy="30024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27" name="Google Shape;27;p4"/>
          <p:cNvSpPr txBox="1"/>
          <p:nvPr>
            <p:ph idx="12" type="sldNum"/>
          </p:nvPr>
        </p:nvSpPr>
        <p:spPr>
          <a:xfrm>
            <a:off x="8497999" y="4688759"/>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8" name="Shape 28"/>
        <p:cNvGrpSpPr/>
        <p:nvPr/>
      </p:nvGrpSpPr>
      <p:grpSpPr>
        <a:xfrm>
          <a:off x="0" y="0"/>
          <a:ext cx="0" cy="0"/>
          <a:chOff x="0" y="0"/>
          <a:chExt cx="0" cy="0"/>
        </a:xfrm>
      </p:grpSpPr>
      <p:cxnSp>
        <p:nvCxnSpPr>
          <p:cNvPr id="29" name="Google Shape;29;p5"/>
          <p:cNvCxnSpPr/>
          <p:nvPr/>
        </p:nvCxnSpPr>
        <p:spPr>
          <a:xfrm>
            <a:off x="2477724" y="415650"/>
            <a:ext cx="6244200" cy="0"/>
          </a:xfrm>
          <a:prstGeom prst="straightConnector1">
            <a:avLst/>
          </a:prstGeom>
          <a:noFill/>
          <a:ln cap="flat" cmpd="sng" w="38100">
            <a:solidFill>
              <a:schemeClr val="dk2"/>
            </a:solidFill>
            <a:prstDash val="solid"/>
            <a:round/>
            <a:headEnd len="sm" w="sm" type="none"/>
            <a:tailEnd len="sm" w="sm" type="none"/>
          </a:ln>
        </p:spPr>
      </p:cxnSp>
      <p:cxnSp>
        <p:nvCxnSpPr>
          <p:cNvPr id="30" name="Google Shape;30;p5"/>
          <p:cNvCxnSpPr/>
          <p:nvPr/>
        </p:nvCxnSpPr>
        <p:spPr>
          <a:xfrm>
            <a:off x="2477724" y="4740000"/>
            <a:ext cx="6244200" cy="0"/>
          </a:xfrm>
          <a:prstGeom prst="straightConnector1">
            <a:avLst/>
          </a:prstGeom>
          <a:noFill/>
          <a:ln cap="flat" cmpd="sng" w="19050">
            <a:solidFill>
              <a:schemeClr val="dk2"/>
            </a:solidFill>
            <a:prstDash val="solid"/>
            <a:round/>
            <a:headEnd len="sm" w="sm" type="none"/>
            <a:tailEnd len="sm" w="sm" type="none"/>
          </a:ln>
        </p:spPr>
      </p:cxnSp>
      <p:cxnSp>
        <p:nvCxnSpPr>
          <p:cNvPr id="31" name="Google Shape;31;p5"/>
          <p:cNvCxnSpPr/>
          <p:nvPr/>
        </p:nvCxnSpPr>
        <p:spPr>
          <a:xfrm>
            <a:off x="425198" y="415650"/>
            <a:ext cx="183300" cy="0"/>
          </a:xfrm>
          <a:prstGeom prst="straightConnector1">
            <a:avLst/>
          </a:prstGeom>
          <a:noFill/>
          <a:ln cap="flat" cmpd="sng" w="19050">
            <a:solidFill>
              <a:schemeClr val="dk2"/>
            </a:solidFill>
            <a:prstDash val="solid"/>
            <a:round/>
            <a:headEnd len="sm" w="sm" type="none"/>
            <a:tailEnd len="sm" w="sm" type="none"/>
          </a:ln>
        </p:spPr>
      </p:cxnSp>
      <p:sp>
        <p:nvSpPr>
          <p:cNvPr id="32" name="Google Shape;32;p5"/>
          <p:cNvSpPr txBox="1"/>
          <p:nvPr>
            <p:ph type="title"/>
          </p:nvPr>
        </p:nvSpPr>
        <p:spPr>
          <a:xfrm>
            <a:off x="2400250" y="575950"/>
            <a:ext cx="6321600" cy="6354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3" name="Google Shape;33;p5"/>
          <p:cNvSpPr txBox="1"/>
          <p:nvPr>
            <p:ph idx="1" type="body"/>
          </p:nvPr>
        </p:nvSpPr>
        <p:spPr>
          <a:xfrm>
            <a:off x="2400303" y="1602675"/>
            <a:ext cx="3071400" cy="3002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34" name="Google Shape;34;p5"/>
          <p:cNvSpPr txBox="1"/>
          <p:nvPr>
            <p:ph idx="2" type="body"/>
          </p:nvPr>
        </p:nvSpPr>
        <p:spPr>
          <a:xfrm>
            <a:off x="5650572" y="1602675"/>
            <a:ext cx="3071400" cy="3002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35" name="Google Shape;35;p5"/>
          <p:cNvSpPr txBox="1"/>
          <p:nvPr>
            <p:ph idx="12" type="sldNum"/>
          </p:nvPr>
        </p:nvSpPr>
        <p:spPr>
          <a:xfrm>
            <a:off x="8497999" y="4688759"/>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6" name="Shape 36"/>
        <p:cNvGrpSpPr/>
        <p:nvPr/>
      </p:nvGrpSpPr>
      <p:grpSpPr>
        <a:xfrm>
          <a:off x="0" y="0"/>
          <a:ext cx="0" cy="0"/>
          <a:chOff x="0" y="0"/>
          <a:chExt cx="0" cy="0"/>
        </a:xfrm>
      </p:grpSpPr>
      <p:sp>
        <p:nvSpPr>
          <p:cNvPr id="37" name="Google Shape;37;p6"/>
          <p:cNvSpPr txBox="1"/>
          <p:nvPr>
            <p:ph type="title"/>
          </p:nvPr>
        </p:nvSpPr>
        <p:spPr>
          <a:xfrm>
            <a:off x="303300" y="411575"/>
            <a:ext cx="8520600" cy="6396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8" name="Google Shape;38;p6"/>
          <p:cNvSpPr txBox="1"/>
          <p:nvPr>
            <p:ph idx="12" type="sldNum"/>
          </p:nvPr>
        </p:nvSpPr>
        <p:spPr>
          <a:xfrm>
            <a:off x="8497999" y="4688759"/>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9" name="Shape 39"/>
        <p:cNvGrpSpPr/>
        <p:nvPr/>
      </p:nvGrpSpPr>
      <p:grpSpPr>
        <a:xfrm>
          <a:off x="0" y="0"/>
          <a:ext cx="0" cy="0"/>
          <a:chOff x="0" y="0"/>
          <a:chExt cx="0" cy="0"/>
        </a:xfrm>
      </p:grpSpPr>
      <p:cxnSp>
        <p:nvCxnSpPr>
          <p:cNvPr id="40" name="Google Shape;40;p7"/>
          <p:cNvCxnSpPr/>
          <p:nvPr/>
        </p:nvCxnSpPr>
        <p:spPr>
          <a:xfrm>
            <a:off x="425198" y="415650"/>
            <a:ext cx="183300" cy="0"/>
          </a:xfrm>
          <a:prstGeom prst="straightConnector1">
            <a:avLst/>
          </a:prstGeom>
          <a:noFill/>
          <a:ln cap="flat" cmpd="sng" w="19050">
            <a:solidFill>
              <a:schemeClr val="dk2"/>
            </a:solidFill>
            <a:prstDash val="solid"/>
            <a:round/>
            <a:headEnd len="sm" w="sm" type="none"/>
            <a:tailEnd len="sm" w="sm" type="none"/>
          </a:ln>
        </p:spPr>
      </p:cxnSp>
      <p:sp>
        <p:nvSpPr>
          <p:cNvPr id="41" name="Google Shape;41;p7"/>
          <p:cNvSpPr txBox="1"/>
          <p:nvPr>
            <p:ph type="title"/>
          </p:nvPr>
        </p:nvSpPr>
        <p:spPr>
          <a:xfrm>
            <a:off x="319500" y="936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2" name="Google Shape;42;p7"/>
          <p:cNvSpPr txBox="1"/>
          <p:nvPr>
            <p:ph idx="1" type="body"/>
          </p:nvPr>
        </p:nvSpPr>
        <p:spPr>
          <a:xfrm>
            <a:off x="319500" y="1846804"/>
            <a:ext cx="2808000" cy="28062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43" name="Google Shape;43;p7"/>
          <p:cNvSpPr txBox="1"/>
          <p:nvPr>
            <p:ph idx="12" type="sldNum"/>
          </p:nvPr>
        </p:nvSpPr>
        <p:spPr>
          <a:xfrm>
            <a:off x="8497999" y="4688759"/>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lt2"/>
        </a:solidFill>
      </p:bgPr>
    </p:bg>
    <p:spTree>
      <p:nvGrpSpPr>
        <p:cNvPr id="44" name="Shape 44"/>
        <p:cNvGrpSpPr/>
        <p:nvPr/>
      </p:nvGrpSpPr>
      <p:grpSpPr>
        <a:xfrm>
          <a:off x="0" y="0"/>
          <a:ext cx="0" cy="0"/>
          <a:chOff x="0" y="0"/>
          <a:chExt cx="0" cy="0"/>
        </a:xfrm>
      </p:grpSpPr>
      <p:cxnSp>
        <p:nvCxnSpPr>
          <p:cNvPr id="45" name="Google Shape;45;p8"/>
          <p:cNvCxnSpPr/>
          <p:nvPr/>
        </p:nvCxnSpPr>
        <p:spPr>
          <a:xfrm>
            <a:off x="425198" y="415650"/>
            <a:ext cx="183300" cy="0"/>
          </a:xfrm>
          <a:prstGeom prst="straightConnector1">
            <a:avLst/>
          </a:prstGeom>
          <a:noFill/>
          <a:ln cap="flat" cmpd="sng" w="19050">
            <a:solidFill>
              <a:schemeClr val="lt1"/>
            </a:solidFill>
            <a:prstDash val="solid"/>
            <a:round/>
            <a:headEnd len="sm" w="sm" type="none"/>
            <a:tailEnd len="sm" w="sm" type="none"/>
          </a:ln>
        </p:spPr>
      </p:cxnSp>
      <p:sp>
        <p:nvSpPr>
          <p:cNvPr id="46" name="Google Shape;46;p8"/>
          <p:cNvSpPr txBox="1"/>
          <p:nvPr>
            <p:ph type="title"/>
          </p:nvPr>
        </p:nvSpPr>
        <p:spPr>
          <a:xfrm>
            <a:off x="283103" y="712141"/>
            <a:ext cx="6244200" cy="3835500"/>
          </a:xfrm>
          <a:prstGeom prst="rect">
            <a:avLst/>
          </a:prstGeom>
        </p:spPr>
        <p:txBody>
          <a:bodyPr anchorCtr="0" anchor="ctr" bIns="91425" lIns="91425" spcFirstLastPara="1" rIns="91425" wrap="square" tIns="91425">
            <a:noAutofit/>
          </a:bodyPr>
          <a:lstStyle>
            <a:lvl1pPr lvl="0">
              <a:spcBef>
                <a:spcPts val="0"/>
              </a:spcBef>
              <a:spcAft>
                <a:spcPts val="0"/>
              </a:spcAft>
              <a:buClr>
                <a:schemeClr val="lt1"/>
              </a:buClr>
              <a:buSzPts val="4800"/>
              <a:buNone/>
              <a:defRPr sz="4800">
                <a:solidFill>
                  <a:schemeClr val="lt1"/>
                </a:solidFill>
              </a:defRPr>
            </a:lvl1pPr>
            <a:lvl2pPr lvl="1">
              <a:spcBef>
                <a:spcPts val="0"/>
              </a:spcBef>
              <a:spcAft>
                <a:spcPts val="0"/>
              </a:spcAft>
              <a:buClr>
                <a:schemeClr val="lt1"/>
              </a:buClr>
              <a:buSzPts val="4800"/>
              <a:buNone/>
              <a:defRPr sz="4800">
                <a:solidFill>
                  <a:schemeClr val="lt1"/>
                </a:solidFill>
              </a:defRPr>
            </a:lvl2pPr>
            <a:lvl3pPr lvl="2">
              <a:spcBef>
                <a:spcPts val="0"/>
              </a:spcBef>
              <a:spcAft>
                <a:spcPts val="0"/>
              </a:spcAft>
              <a:buClr>
                <a:schemeClr val="lt1"/>
              </a:buClr>
              <a:buSzPts val="4800"/>
              <a:buNone/>
              <a:defRPr sz="4800">
                <a:solidFill>
                  <a:schemeClr val="lt1"/>
                </a:solidFill>
              </a:defRPr>
            </a:lvl3pPr>
            <a:lvl4pPr lvl="3">
              <a:spcBef>
                <a:spcPts val="0"/>
              </a:spcBef>
              <a:spcAft>
                <a:spcPts val="0"/>
              </a:spcAft>
              <a:buClr>
                <a:schemeClr val="lt1"/>
              </a:buClr>
              <a:buSzPts val="4800"/>
              <a:buNone/>
              <a:defRPr sz="4800">
                <a:solidFill>
                  <a:schemeClr val="lt1"/>
                </a:solidFill>
              </a:defRPr>
            </a:lvl4pPr>
            <a:lvl5pPr lvl="4">
              <a:spcBef>
                <a:spcPts val="0"/>
              </a:spcBef>
              <a:spcAft>
                <a:spcPts val="0"/>
              </a:spcAft>
              <a:buClr>
                <a:schemeClr val="lt1"/>
              </a:buClr>
              <a:buSzPts val="4800"/>
              <a:buNone/>
              <a:defRPr sz="4800">
                <a:solidFill>
                  <a:schemeClr val="lt1"/>
                </a:solidFill>
              </a:defRPr>
            </a:lvl5pPr>
            <a:lvl6pPr lvl="5">
              <a:spcBef>
                <a:spcPts val="0"/>
              </a:spcBef>
              <a:spcAft>
                <a:spcPts val="0"/>
              </a:spcAft>
              <a:buClr>
                <a:schemeClr val="lt1"/>
              </a:buClr>
              <a:buSzPts val="4800"/>
              <a:buNone/>
              <a:defRPr sz="4800">
                <a:solidFill>
                  <a:schemeClr val="lt1"/>
                </a:solidFill>
              </a:defRPr>
            </a:lvl6pPr>
            <a:lvl7pPr lvl="6">
              <a:spcBef>
                <a:spcPts val="0"/>
              </a:spcBef>
              <a:spcAft>
                <a:spcPts val="0"/>
              </a:spcAft>
              <a:buClr>
                <a:schemeClr val="lt1"/>
              </a:buClr>
              <a:buSzPts val="4800"/>
              <a:buNone/>
              <a:defRPr sz="4800">
                <a:solidFill>
                  <a:schemeClr val="lt1"/>
                </a:solidFill>
              </a:defRPr>
            </a:lvl7pPr>
            <a:lvl8pPr lvl="7">
              <a:spcBef>
                <a:spcPts val="0"/>
              </a:spcBef>
              <a:spcAft>
                <a:spcPts val="0"/>
              </a:spcAft>
              <a:buClr>
                <a:schemeClr val="lt1"/>
              </a:buClr>
              <a:buSzPts val="4800"/>
              <a:buNone/>
              <a:defRPr sz="4800">
                <a:solidFill>
                  <a:schemeClr val="lt1"/>
                </a:solidFill>
              </a:defRPr>
            </a:lvl8pPr>
            <a:lvl9pPr lvl="8">
              <a:spcBef>
                <a:spcPts val="0"/>
              </a:spcBef>
              <a:spcAft>
                <a:spcPts val="0"/>
              </a:spcAft>
              <a:buClr>
                <a:schemeClr val="lt1"/>
              </a:buClr>
              <a:buSzPts val="4800"/>
              <a:buNone/>
              <a:defRPr sz="4800">
                <a:solidFill>
                  <a:schemeClr val="lt1"/>
                </a:solidFill>
              </a:defRPr>
            </a:lvl9pPr>
          </a:lstStyle>
          <a:p/>
        </p:txBody>
      </p:sp>
      <p:sp>
        <p:nvSpPr>
          <p:cNvPr id="47" name="Google Shape;47;p8"/>
          <p:cNvSpPr txBox="1"/>
          <p:nvPr>
            <p:ph idx="12" type="sldNum"/>
          </p:nvPr>
        </p:nvSpPr>
        <p:spPr>
          <a:xfrm>
            <a:off x="8497999" y="4688759"/>
            <a:ext cx="548700" cy="393600"/>
          </a:xfrm>
          <a:prstGeom prst="rect">
            <a:avLst/>
          </a:prstGeom>
        </p:spPr>
        <p:txBody>
          <a:bodyPr anchorCtr="0" anchor="ctr" bIns="91425" lIns="91425" spcFirstLastPara="1" rIns="91425" wrap="square" tIns="91425">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8" name="Shape 48"/>
        <p:cNvGrpSpPr/>
        <p:nvPr/>
      </p:nvGrpSpPr>
      <p:grpSpPr>
        <a:xfrm>
          <a:off x="0" y="0"/>
          <a:ext cx="0" cy="0"/>
          <a:chOff x="0" y="0"/>
          <a:chExt cx="0" cy="0"/>
        </a:xfrm>
      </p:grpSpPr>
      <p:sp>
        <p:nvSpPr>
          <p:cNvPr id="49" name="Google Shape;49;p9"/>
          <p:cNvSpPr/>
          <p:nvPr/>
        </p:nvSpPr>
        <p:spPr>
          <a:xfrm>
            <a:off x="4572000" y="125"/>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50" name="Google Shape;50;p9"/>
          <p:cNvCxnSpPr/>
          <p:nvPr/>
        </p:nvCxnSpPr>
        <p:spPr>
          <a:xfrm>
            <a:off x="5029675" y="4495500"/>
            <a:ext cx="468300" cy="0"/>
          </a:xfrm>
          <a:prstGeom prst="straightConnector1">
            <a:avLst/>
          </a:prstGeom>
          <a:noFill/>
          <a:ln cap="flat" cmpd="sng" w="19050">
            <a:solidFill>
              <a:schemeClr val="lt1"/>
            </a:solidFill>
            <a:prstDash val="solid"/>
            <a:round/>
            <a:headEnd len="sm" w="sm" type="none"/>
            <a:tailEnd len="sm" w="sm" type="none"/>
          </a:ln>
        </p:spPr>
      </p:cxnSp>
      <p:sp>
        <p:nvSpPr>
          <p:cNvPr id="51" name="Google Shape;51;p9"/>
          <p:cNvSpPr txBox="1"/>
          <p:nvPr>
            <p:ph type="title"/>
          </p:nvPr>
        </p:nvSpPr>
        <p:spPr>
          <a:xfrm>
            <a:off x="265500" y="1397350"/>
            <a:ext cx="4045200" cy="1318200"/>
          </a:xfrm>
          <a:prstGeom prst="rect">
            <a:avLst/>
          </a:prstGeom>
        </p:spPr>
        <p:txBody>
          <a:bodyPr anchorCtr="0" anchor="b" bIns="91425" lIns="91425" spcFirstLastPara="1" rIns="91425" wrap="square" tIns="91425">
            <a:noAutofit/>
          </a:bodyPr>
          <a:lstStyle>
            <a:lvl1pPr lvl="0" algn="ctr">
              <a:spcBef>
                <a:spcPts val="0"/>
              </a:spcBef>
              <a:spcAft>
                <a:spcPts val="0"/>
              </a:spcAft>
              <a:buClr>
                <a:schemeClr val="dk1"/>
              </a:buClr>
              <a:buSzPts val="3600"/>
              <a:buNone/>
              <a:defRPr sz="3600">
                <a:solidFill>
                  <a:schemeClr val="dk1"/>
                </a:solidFill>
              </a:defRPr>
            </a:lvl1pPr>
            <a:lvl2pPr lvl="1" algn="ctr">
              <a:spcBef>
                <a:spcPts val="0"/>
              </a:spcBef>
              <a:spcAft>
                <a:spcPts val="0"/>
              </a:spcAft>
              <a:buClr>
                <a:schemeClr val="dk1"/>
              </a:buClr>
              <a:buSzPts val="3600"/>
              <a:buNone/>
              <a:defRPr sz="3600">
                <a:solidFill>
                  <a:schemeClr val="dk1"/>
                </a:solidFill>
              </a:defRPr>
            </a:lvl2pPr>
            <a:lvl3pPr lvl="2" algn="ctr">
              <a:spcBef>
                <a:spcPts val="0"/>
              </a:spcBef>
              <a:spcAft>
                <a:spcPts val="0"/>
              </a:spcAft>
              <a:buClr>
                <a:schemeClr val="dk1"/>
              </a:buClr>
              <a:buSzPts val="3600"/>
              <a:buNone/>
              <a:defRPr sz="3600">
                <a:solidFill>
                  <a:schemeClr val="dk1"/>
                </a:solidFill>
              </a:defRPr>
            </a:lvl3pPr>
            <a:lvl4pPr lvl="3" algn="ctr">
              <a:spcBef>
                <a:spcPts val="0"/>
              </a:spcBef>
              <a:spcAft>
                <a:spcPts val="0"/>
              </a:spcAft>
              <a:buClr>
                <a:schemeClr val="dk1"/>
              </a:buClr>
              <a:buSzPts val="3600"/>
              <a:buNone/>
              <a:defRPr sz="3600">
                <a:solidFill>
                  <a:schemeClr val="dk1"/>
                </a:solidFill>
              </a:defRPr>
            </a:lvl4pPr>
            <a:lvl5pPr lvl="4" algn="ctr">
              <a:spcBef>
                <a:spcPts val="0"/>
              </a:spcBef>
              <a:spcAft>
                <a:spcPts val="0"/>
              </a:spcAft>
              <a:buClr>
                <a:schemeClr val="dk1"/>
              </a:buClr>
              <a:buSzPts val="3600"/>
              <a:buNone/>
              <a:defRPr sz="3600">
                <a:solidFill>
                  <a:schemeClr val="dk1"/>
                </a:solidFill>
              </a:defRPr>
            </a:lvl5pPr>
            <a:lvl6pPr lvl="5" algn="ctr">
              <a:spcBef>
                <a:spcPts val="0"/>
              </a:spcBef>
              <a:spcAft>
                <a:spcPts val="0"/>
              </a:spcAft>
              <a:buClr>
                <a:schemeClr val="dk1"/>
              </a:buClr>
              <a:buSzPts val="3600"/>
              <a:buNone/>
              <a:defRPr sz="3600">
                <a:solidFill>
                  <a:schemeClr val="dk1"/>
                </a:solidFill>
              </a:defRPr>
            </a:lvl6pPr>
            <a:lvl7pPr lvl="6" algn="ctr">
              <a:spcBef>
                <a:spcPts val="0"/>
              </a:spcBef>
              <a:spcAft>
                <a:spcPts val="0"/>
              </a:spcAft>
              <a:buClr>
                <a:schemeClr val="dk1"/>
              </a:buClr>
              <a:buSzPts val="3600"/>
              <a:buNone/>
              <a:defRPr sz="3600">
                <a:solidFill>
                  <a:schemeClr val="dk1"/>
                </a:solidFill>
              </a:defRPr>
            </a:lvl7pPr>
            <a:lvl8pPr lvl="7" algn="ctr">
              <a:spcBef>
                <a:spcPts val="0"/>
              </a:spcBef>
              <a:spcAft>
                <a:spcPts val="0"/>
              </a:spcAft>
              <a:buClr>
                <a:schemeClr val="dk1"/>
              </a:buClr>
              <a:buSzPts val="3600"/>
              <a:buNone/>
              <a:defRPr sz="3600">
                <a:solidFill>
                  <a:schemeClr val="dk1"/>
                </a:solidFill>
              </a:defRPr>
            </a:lvl8pPr>
            <a:lvl9pPr lvl="8" algn="ctr">
              <a:spcBef>
                <a:spcPts val="0"/>
              </a:spcBef>
              <a:spcAft>
                <a:spcPts val="0"/>
              </a:spcAft>
              <a:buClr>
                <a:schemeClr val="dk1"/>
              </a:buClr>
              <a:buSzPts val="3600"/>
              <a:buNone/>
              <a:defRPr sz="3600">
                <a:solidFill>
                  <a:schemeClr val="dk1"/>
                </a:solidFill>
              </a:defRPr>
            </a:lvl9pPr>
          </a:lstStyle>
          <a:p/>
        </p:txBody>
      </p:sp>
      <p:sp>
        <p:nvSpPr>
          <p:cNvPr id="52" name="Google Shape;52;p9"/>
          <p:cNvSpPr txBox="1"/>
          <p:nvPr>
            <p:ph idx="1" type="subTitle"/>
          </p:nvPr>
        </p:nvSpPr>
        <p:spPr>
          <a:xfrm>
            <a:off x="265500" y="2735371"/>
            <a:ext cx="4045200" cy="13455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53" name="Google Shape;53;p9"/>
          <p:cNvSpPr txBox="1"/>
          <p:nvPr>
            <p:ph idx="2" type="body"/>
          </p:nvPr>
        </p:nvSpPr>
        <p:spPr>
          <a:xfrm>
            <a:off x="4939500" y="724200"/>
            <a:ext cx="3837000" cy="3695100"/>
          </a:xfrm>
          <a:prstGeom prst="rect">
            <a:avLst/>
          </a:prstGeom>
        </p:spPr>
        <p:txBody>
          <a:bodyPr anchorCtr="0" anchor="ctr" bIns="91425" lIns="91425" spcFirstLastPara="1" rIns="91425" wrap="square" tIns="91425">
            <a:noAutofit/>
          </a:bodyPr>
          <a:lstStyle>
            <a:lvl1pPr indent="-342900" lvl="0" marL="457200">
              <a:spcBef>
                <a:spcPts val="0"/>
              </a:spcBef>
              <a:spcAft>
                <a:spcPts val="0"/>
              </a:spcAft>
              <a:buClr>
                <a:schemeClr val="lt1"/>
              </a:buClr>
              <a:buSzPts val="1800"/>
              <a:buChar char="●"/>
              <a:defRPr>
                <a:solidFill>
                  <a:schemeClr val="lt1"/>
                </a:solidFill>
              </a:defRPr>
            </a:lvl1pPr>
            <a:lvl2pPr indent="-317500" lvl="1" marL="914400">
              <a:spcBef>
                <a:spcPts val="1600"/>
              </a:spcBef>
              <a:spcAft>
                <a:spcPts val="0"/>
              </a:spcAft>
              <a:buClr>
                <a:schemeClr val="lt1"/>
              </a:buClr>
              <a:buSzPts val="1400"/>
              <a:buChar char="○"/>
              <a:defRPr>
                <a:solidFill>
                  <a:schemeClr val="lt1"/>
                </a:solidFill>
              </a:defRPr>
            </a:lvl2pPr>
            <a:lvl3pPr indent="-317500" lvl="2" marL="1371600">
              <a:spcBef>
                <a:spcPts val="1600"/>
              </a:spcBef>
              <a:spcAft>
                <a:spcPts val="0"/>
              </a:spcAft>
              <a:buClr>
                <a:schemeClr val="lt1"/>
              </a:buClr>
              <a:buSzPts val="1400"/>
              <a:buChar char="■"/>
              <a:defRPr>
                <a:solidFill>
                  <a:schemeClr val="lt1"/>
                </a:solidFill>
              </a:defRPr>
            </a:lvl3pPr>
            <a:lvl4pPr indent="-317500" lvl="3" marL="1828800">
              <a:spcBef>
                <a:spcPts val="1600"/>
              </a:spcBef>
              <a:spcAft>
                <a:spcPts val="0"/>
              </a:spcAft>
              <a:buClr>
                <a:schemeClr val="lt1"/>
              </a:buClr>
              <a:buSzPts val="1400"/>
              <a:buChar char="●"/>
              <a:defRPr>
                <a:solidFill>
                  <a:schemeClr val="lt1"/>
                </a:solidFill>
              </a:defRPr>
            </a:lvl4pPr>
            <a:lvl5pPr indent="-317500" lvl="4" marL="2286000">
              <a:spcBef>
                <a:spcPts val="1600"/>
              </a:spcBef>
              <a:spcAft>
                <a:spcPts val="0"/>
              </a:spcAft>
              <a:buClr>
                <a:schemeClr val="lt1"/>
              </a:buClr>
              <a:buSzPts val="1400"/>
              <a:buChar char="○"/>
              <a:defRPr>
                <a:solidFill>
                  <a:schemeClr val="lt1"/>
                </a:solidFill>
              </a:defRPr>
            </a:lvl5pPr>
            <a:lvl6pPr indent="-317500" lvl="5" marL="2743200">
              <a:spcBef>
                <a:spcPts val="1600"/>
              </a:spcBef>
              <a:spcAft>
                <a:spcPts val="0"/>
              </a:spcAft>
              <a:buClr>
                <a:schemeClr val="lt1"/>
              </a:buClr>
              <a:buSzPts val="1400"/>
              <a:buChar char="■"/>
              <a:defRPr>
                <a:solidFill>
                  <a:schemeClr val="lt1"/>
                </a:solidFill>
              </a:defRPr>
            </a:lvl6pPr>
            <a:lvl7pPr indent="-317500" lvl="6" marL="3200400">
              <a:spcBef>
                <a:spcPts val="1600"/>
              </a:spcBef>
              <a:spcAft>
                <a:spcPts val="0"/>
              </a:spcAft>
              <a:buClr>
                <a:schemeClr val="lt1"/>
              </a:buClr>
              <a:buSzPts val="1400"/>
              <a:buChar char="●"/>
              <a:defRPr>
                <a:solidFill>
                  <a:schemeClr val="lt1"/>
                </a:solidFill>
              </a:defRPr>
            </a:lvl7pPr>
            <a:lvl8pPr indent="-317500" lvl="7" marL="3657600">
              <a:spcBef>
                <a:spcPts val="1600"/>
              </a:spcBef>
              <a:spcAft>
                <a:spcPts val="0"/>
              </a:spcAft>
              <a:buClr>
                <a:schemeClr val="lt1"/>
              </a:buClr>
              <a:buSzPts val="1400"/>
              <a:buChar char="○"/>
              <a:defRPr>
                <a:solidFill>
                  <a:schemeClr val="lt1"/>
                </a:solidFill>
              </a:defRPr>
            </a:lvl8pPr>
            <a:lvl9pPr indent="-317500" lvl="8" marL="4114800">
              <a:spcBef>
                <a:spcPts val="1600"/>
              </a:spcBef>
              <a:spcAft>
                <a:spcPts val="1600"/>
              </a:spcAft>
              <a:buClr>
                <a:schemeClr val="lt1"/>
              </a:buClr>
              <a:buSzPts val="1400"/>
              <a:buChar char="■"/>
              <a:defRPr>
                <a:solidFill>
                  <a:schemeClr val="lt1"/>
                </a:solidFill>
              </a:defRPr>
            </a:lvl9pPr>
          </a:lstStyle>
          <a:p/>
        </p:txBody>
      </p:sp>
      <p:sp>
        <p:nvSpPr>
          <p:cNvPr id="54" name="Google Shape;54;p9"/>
          <p:cNvSpPr txBox="1"/>
          <p:nvPr>
            <p:ph idx="12" type="sldNum"/>
          </p:nvPr>
        </p:nvSpPr>
        <p:spPr>
          <a:xfrm>
            <a:off x="8497999" y="4688759"/>
            <a:ext cx="548700" cy="393600"/>
          </a:xfrm>
          <a:prstGeom prst="rect">
            <a:avLst/>
          </a:prstGeom>
        </p:spPr>
        <p:txBody>
          <a:bodyPr anchorCtr="0" anchor="ctr" bIns="91425" lIns="91425" spcFirstLastPara="1" rIns="91425" wrap="square" tIns="91425">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55" name="Shape 55"/>
        <p:cNvGrpSpPr/>
        <p:nvPr/>
      </p:nvGrpSpPr>
      <p:grpSpPr>
        <a:xfrm>
          <a:off x="0" y="0"/>
          <a:ext cx="0" cy="0"/>
          <a:chOff x="0" y="0"/>
          <a:chExt cx="0" cy="0"/>
        </a:xfrm>
      </p:grpSpPr>
      <p:cxnSp>
        <p:nvCxnSpPr>
          <p:cNvPr id="56" name="Google Shape;56;p10"/>
          <p:cNvCxnSpPr/>
          <p:nvPr/>
        </p:nvCxnSpPr>
        <p:spPr>
          <a:xfrm>
            <a:off x="425200" y="4740000"/>
            <a:ext cx="8296800" cy="0"/>
          </a:xfrm>
          <a:prstGeom prst="straightConnector1">
            <a:avLst/>
          </a:prstGeom>
          <a:noFill/>
          <a:ln cap="flat" cmpd="sng" w="19050">
            <a:solidFill>
              <a:schemeClr val="dk2"/>
            </a:solidFill>
            <a:prstDash val="solid"/>
            <a:round/>
            <a:headEnd len="sm" w="sm" type="none"/>
            <a:tailEnd len="sm" w="sm" type="none"/>
          </a:ln>
        </p:spPr>
      </p:cxnSp>
      <p:cxnSp>
        <p:nvCxnSpPr>
          <p:cNvPr id="57" name="Google Shape;57;p10"/>
          <p:cNvCxnSpPr/>
          <p:nvPr/>
        </p:nvCxnSpPr>
        <p:spPr>
          <a:xfrm>
            <a:off x="425198" y="415650"/>
            <a:ext cx="183300" cy="0"/>
          </a:xfrm>
          <a:prstGeom prst="straightConnector1">
            <a:avLst/>
          </a:prstGeom>
          <a:noFill/>
          <a:ln cap="flat" cmpd="sng" w="19050">
            <a:solidFill>
              <a:schemeClr val="dk2"/>
            </a:solidFill>
            <a:prstDash val="solid"/>
            <a:round/>
            <a:headEnd len="sm" w="sm" type="none"/>
            <a:tailEnd len="sm" w="sm" type="none"/>
          </a:ln>
        </p:spPr>
      </p:cxnSp>
      <p:sp>
        <p:nvSpPr>
          <p:cNvPr id="58" name="Google Shape;58;p10"/>
          <p:cNvSpPr txBox="1"/>
          <p:nvPr>
            <p:ph idx="1" type="body"/>
          </p:nvPr>
        </p:nvSpPr>
        <p:spPr>
          <a:xfrm>
            <a:off x="328017" y="4226025"/>
            <a:ext cx="8388600" cy="3936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1800"/>
              <a:buNone/>
              <a:defRPr/>
            </a:lvl1pPr>
          </a:lstStyle>
          <a:p/>
        </p:txBody>
      </p:sp>
      <p:sp>
        <p:nvSpPr>
          <p:cNvPr id="59" name="Google Shape;59;p10"/>
          <p:cNvSpPr txBox="1"/>
          <p:nvPr>
            <p:ph idx="12" type="sldNum"/>
          </p:nvPr>
        </p:nvSpPr>
        <p:spPr>
          <a:xfrm>
            <a:off x="8497999" y="4688759"/>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60" name="Shape 60"/>
        <p:cNvGrpSpPr/>
        <p:nvPr/>
      </p:nvGrpSpPr>
      <p:grpSpPr>
        <a:xfrm>
          <a:off x="0" y="0"/>
          <a:ext cx="0" cy="0"/>
          <a:chOff x="0" y="0"/>
          <a:chExt cx="0" cy="0"/>
        </a:xfrm>
      </p:grpSpPr>
      <p:cxnSp>
        <p:nvCxnSpPr>
          <p:cNvPr id="61" name="Google Shape;61;p11"/>
          <p:cNvCxnSpPr/>
          <p:nvPr/>
        </p:nvCxnSpPr>
        <p:spPr>
          <a:xfrm>
            <a:off x="425200" y="4740000"/>
            <a:ext cx="8296800" cy="0"/>
          </a:xfrm>
          <a:prstGeom prst="straightConnector1">
            <a:avLst/>
          </a:prstGeom>
          <a:noFill/>
          <a:ln cap="flat" cmpd="sng" w="19050">
            <a:solidFill>
              <a:schemeClr val="dk2"/>
            </a:solidFill>
            <a:prstDash val="solid"/>
            <a:round/>
            <a:headEnd len="sm" w="sm" type="none"/>
            <a:tailEnd len="sm" w="sm" type="none"/>
          </a:ln>
        </p:spPr>
      </p:cxnSp>
      <p:cxnSp>
        <p:nvCxnSpPr>
          <p:cNvPr id="62" name="Google Shape;62;p11"/>
          <p:cNvCxnSpPr/>
          <p:nvPr/>
        </p:nvCxnSpPr>
        <p:spPr>
          <a:xfrm>
            <a:off x="425200" y="415650"/>
            <a:ext cx="8296800" cy="0"/>
          </a:xfrm>
          <a:prstGeom prst="straightConnector1">
            <a:avLst/>
          </a:prstGeom>
          <a:noFill/>
          <a:ln cap="flat" cmpd="sng" w="38100">
            <a:solidFill>
              <a:schemeClr val="dk2"/>
            </a:solidFill>
            <a:prstDash val="solid"/>
            <a:round/>
            <a:headEnd len="sm" w="sm" type="none"/>
            <a:tailEnd len="sm" w="sm" type="none"/>
          </a:ln>
        </p:spPr>
      </p:cxnSp>
      <p:sp>
        <p:nvSpPr>
          <p:cNvPr id="63" name="Google Shape;63;p11"/>
          <p:cNvSpPr txBox="1"/>
          <p:nvPr>
            <p:ph hasCustomPrompt="1" type="title"/>
          </p:nvPr>
        </p:nvSpPr>
        <p:spPr>
          <a:xfrm>
            <a:off x="853950" y="1304850"/>
            <a:ext cx="7436100" cy="15384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1pPr>
            <a:lvl2pPr lvl="1"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2pPr>
            <a:lvl3pPr lvl="2"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3pPr>
            <a:lvl4pPr lvl="3"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4pPr>
            <a:lvl5pPr lvl="4"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5pPr>
            <a:lvl6pPr lvl="5"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6pPr>
            <a:lvl7pPr lvl="6"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7pPr>
            <a:lvl8pPr lvl="7"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8pPr>
            <a:lvl9pPr lvl="8"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9pPr>
          </a:lstStyle>
          <a:p>
            <a:r>
              <a:t>xx%</a:t>
            </a:r>
          </a:p>
        </p:txBody>
      </p:sp>
      <p:sp>
        <p:nvSpPr>
          <p:cNvPr id="64" name="Google Shape;64;p11"/>
          <p:cNvSpPr txBox="1"/>
          <p:nvPr>
            <p:ph idx="1" type="body"/>
          </p:nvPr>
        </p:nvSpPr>
        <p:spPr>
          <a:xfrm>
            <a:off x="853950" y="2919450"/>
            <a:ext cx="7436100" cy="1071600"/>
          </a:xfrm>
          <a:prstGeom prst="rect">
            <a:avLst/>
          </a:prstGeom>
        </p:spPr>
        <p:txBody>
          <a:bodyPr anchorCtr="0" anchor="t" bIns="91425" lIns="91425" spcFirstLastPara="1" rIns="91425" wrap="square" tIns="91425">
            <a:noAutofit/>
          </a:bodyPr>
          <a:lstStyle>
            <a:lvl1pPr indent="-342900" lvl="0" marL="457200" algn="ctr">
              <a:spcBef>
                <a:spcPts val="0"/>
              </a:spcBef>
              <a:spcAft>
                <a:spcPts val="0"/>
              </a:spcAft>
              <a:buSzPts val="1800"/>
              <a:buChar char="●"/>
              <a:defRPr/>
            </a:lvl1pPr>
            <a:lvl2pPr indent="-317500" lvl="1" marL="914400" algn="ctr">
              <a:spcBef>
                <a:spcPts val="1600"/>
              </a:spcBef>
              <a:spcAft>
                <a:spcPts val="0"/>
              </a:spcAft>
              <a:buSzPts val="1400"/>
              <a:buChar char="○"/>
              <a:defRPr/>
            </a:lvl2pPr>
            <a:lvl3pPr indent="-317500" lvl="2" marL="1371600" algn="ctr">
              <a:spcBef>
                <a:spcPts val="1600"/>
              </a:spcBef>
              <a:spcAft>
                <a:spcPts val="0"/>
              </a:spcAft>
              <a:buSzPts val="1400"/>
              <a:buChar char="■"/>
              <a:defRPr/>
            </a:lvl3pPr>
            <a:lvl4pPr indent="-317500" lvl="3" marL="1828800" algn="ctr">
              <a:spcBef>
                <a:spcPts val="1600"/>
              </a:spcBef>
              <a:spcAft>
                <a:spcPts val="0"/>
              </a:spcAft>
              <a:buSzPts val="1400"/>
              <a:buChar char="●"/>
              <a:defRPr/>
            </a:lvl4pPr>
            <a:lvl5pPr indent="-317500" lvl="4" marL="2286000" algn="ctr">
              <a:spcBef>
                <a:spcPts val="1600"/>
              </a:spcBef>
              <a:spcAft>
                <a:spcPts val="0"/>
              </a:spcAft>
              <a:buSzPts val="1400"/>
              <a:buChar char="○"/>
              <a:defRPr/>
            </a:lvl5pPr>
            <a:lvl6pPr indent="-317500" lvl="5" marL="2743200" algn="ctr">
              <a:spcBef>
                <a:spcPts val="1600"/>
              </a:spcBef>
              <a:spcAft>
                <a:spcPts val="0"/>
              </a:spcAft>
              <a:buSzPts val="1400"/>
              <a:buChar char="■"/>
              <a:defRPr/>
            </a:lvl6pPr>
            <a:lvl7pPr indent="-317500" lvl="6" marL="3200400" algn="ctr">
              <a:spcBef>
                <a:spcPts val="1600"/>
              </a:spcBef>
              <a:spcAft>
                <a:spcPts val="0"/>
              </a:spcAft>
              <a:buSzPts val="1400"/>
              <a:buChar char="●"/>
              <a:defRPr/>
            </a:lvl7pPr>
            <a:lvl8pPr indent="-317500" lvl="7" marL="3657600" algn="ctr">
              <a:spcBef>
                <a:spcPts val="1600"/>
              </a:spcBef>
              <a:spcAft>
                <a:spcPts val="0"/>
              </a:spcAft>
              <a:buSzPts val="1400"/>
              <a:buChar char="○"/>
              <a:defRPr/>
            </a:lvl8pPr>
            <a:lvl9pPr indent="-317500" lvl="8" marL="4114800" algn="ctr">
              <a:spcBef>
                <a:spcPts val="1600"/>
              </a:spcBef>
              <a:spcAft>
                <a:spcPts val="1600"/>
              </a:spcAft>
              <a:buSzPts val="1400"/>
              <a:buChar char="■"/>
              <a:defRPr/>
            </a:lvl9pPr>
          </a:lstStyle>
          <a:p/>
        </p:txBody>
      </p:sp>
      <p:sp>
        <p:nvSpPr>
          <p:cNvPr id="65" name="Google Shape;65;p11"/>
          <p:cNvSpPr txBox="1"/>
          <p:nvPr>
            <p:ph idx="12" type="sldNum"/>
          </p:nvPr>
        </p:nvSpPr>
        <p:spPr>
          <a:xfrm>
            <a:off x="8497999" y="4688759"/>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6" name="Shape 66"/>
        <p:cNvGrpSpPr/>
        <p:nvPr/>
      </p:nvGrpSpPr>
      <p:grpSpPr>
        <a:xfrm>
          <a:off x="0" y="0"/>
          <a:ext cx="0" cy="0"/>
          <a:chOff x="0" y="0"/>
          <a:chExt cx="0" cy="0"/>
        </a:xfrm>
      </p:grpSpPr>
      <p:sp>
        <p:nvSpPr>
          <p:cNvPr id="67" name="Google Shape;67;p12"/>
          <p:cNvSpPr txBox="1"/>
          <p:nvPr>
            <p:ph idx="12" type="sldNum"/>
          </p:nvPr>
        </p:nvSpPr>
        <p:spPr>
          <a:xfrm>
            <a:off x="8497999" y="4688759"/>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wiss-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2400250" y="575950"/>
            <a:ext cx="6321600" cy="6354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1pPr>
            <a:lvl2pPr lvl="1">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2pPr>
            <a:lvl3pPr lvl="2">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3pPr>
            <a:lvl4pPr lvl="3">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4pPr>
            <a:lvl5pPr lvl="4">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5pPr>
            <a:lvl6pPr lvl="5">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6pPr>
            <a:lvl7pPr lvl="6">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7pPr>
            <a:lvl8pPr lvl="7">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8pPr>
            <a:lvl9pPr lvl="8">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9pPr>
          </a:lstStyle>
          <a:p/>
        </p:txBody>
      </p:sp>
      <p:sp>
        <p:nvSpPr>
          <p:cNvPr id="7" name="Google Shape;7;p1"/>
          <p:cNvSpPr txBox="1"/>
          <p:nvPr>
            <p:ph idx="1" type="body"/>
          </p:nvPr>
        </p:nvSpPr>
        <p:spPr>
          <a:xfrm>
            <a:off x="2410112" y="1595776"/>
            <a:ext cx="6321600" cy="30024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2"/>
              </a:buClr>
              <a:buSzPts val="1800"/>
              <a:buFont typeface="Lato"/>
              <a:buChar char="●"/>
              <a:defRPr sz="1800">
                <a:solidFill>
                  <a:schemeClr val="dk2"/>
                </a:solidFill>
                <a:latin typeface="Lato"/>
                <a:ea typeface="Lato"/>
                <a:cs typeface="Lato"/>
                <a:sym typeface="Lato"/>
              </a:defRPr>
            </a:lvl1pPr>
            <a:lvl2pPr indent="-317500" lvl="1" marL="914400">
              <a:lnSpc>
                <a:spcPct val="115000"/>
              </a:lnSpc>
              <a:spcBef>
                <a:spcPts val="1600"/>
              </a:spcBef>
              <a:spcAft>
                <a:spcPts val="0"/>
              </a:spcAft>
              <a:buClr>
                <a:schemeClr val="dk2"/>
              </a:buClr>
              <a:buSzPts val="1400"/>
              <a:buFont typeface="Lato"/>
              <a:buChar char="○"/>
              <a:defRPr>
                <a:solidFill>
                  <a:schemeClr val="dk2"/>
                </a:solidFill>
                <a:latin typeface="Lato"/>
                <a:ea typeface="Lato"/>
                <a:cs typeface="Lato"/>
                <a:sym typeface="Lato"/>
              </a:defRPr>
            </a:lvl2pPr>
            <a:lvl3pPr indent="-317500" lvl="2" marL="1371600">
              <a:lnSpc>
                <a:spcPct val="115000"/>
              </a:lnSpc>
              <a:spcBef>
                <a:spcPts val="1600"/>
              </a:spcBef>
              <a:spcAft>
                <a:spcPts val="0"/>
              </a:spcAft>
              <a:buClr>
                <a:schemeClr val="dk2"/>
              </a:buClr>
              <a:buSzPts val="1400"/>
              <a:buFont typeface="Lato"/>
              <a:buChar char="■"/>
              <a:defRPr>
                <a:solidFill>
                  <a:schemeClr val="dk2"/>
                </a:solidFill>
                <a:latin typeface="Lato"/>
                <a:ea typeface="Lato"/>
                <a:cs typeface="Lato"/>
                <a:sym typeface="Lato"/>
              </a:defRPr>
            </a:lvl3pPr>
            <a:lvl4pPr indent="-317500" lvl="3" marL="1828800">
              <a:lnSpc>
                <a:spcPct val="115000"/>
              </a:lnSpc>
              <a:spcBef>
                <a:spcPts val="1600"/>
              </a:spcBef>
              <a:spcAft>
                <a:spcPts val="0"/>
              </a:spcAft>
              <a:buClr>
                <a:schemeClr val="dk2"/>
              </a:buClr>
              <a:buSzPts val="1400"/>
              <a:buFont typeface="Lato"/>
              <a:buChar char="●"/>
              <a:defRPr>
                <a:solidFill>
                  <a:schemeClr val="dk2"/>
                </a:solidFill>
                <a:latin typeface="Lato"/>
                <a:ea typeface="Lato"/>
                <a:cs typeface="Lato"/>
                <a:sym typeface="Lato"/>
              </a:defRPr>
            </a:lvl4pPr>
            <a:lvl5pPr indent="-317500" lvl="4" marL="2286000">
              <a:lnSpc>
                <a:spcPct val="115000"/>
              </a:lnSpc>
              <a:spcBef>
                <a:spcPts val="1600"/>
              </a:spcBef>
              <a:spcAft>
                <a:spcPts val="0"/>
              </a:spcAft>
              <a:buClr>
                <a:schemeClr val="dk2"/>
              </a:buClr>
              <a:buSzPts val="1400"/>
              <a:buFont typeface="Lato"/>
              <a:buChar char="○"/>
              <a:defRPr>
                <a:solidFill>
                  <a:schemeClr val="dk2"/>
                </a:solidFill>
                <a:latin typeface="Lato"/>
                <a:ea typeface="Lato"/>
                <a:cs typeface="Lato"/>
                <a:sym typeface="Lato"/>
              </a:defRPr>
            </a:lvl5pPr>
            <a:lvl6pPr indent="-317500" lvl="5" marL="2743200">
              <a:lnSpc>
                <a:spcPct val="115000"/>
              </a:lnSpc>
              <a:spcBef>
                <a:spcPts val="1600"/>
              </a:spcBef>
              <a:spcAft>
                <a:spcPts val="0"/>
              </a:spcAft>
              <a:buClr>
                <a:schemeClr val="dk2"/>
              </a:buClr>
              <a:buSzPts val="1400"/>
              <a:buFont typeface="Lato"/>
              <a:buChar char="■"/>
              <a:defRPr>
                <a:solidFill>
                  <a:schemeClr val="dk2"/>
                </a:solidFill>
                <a:latin typeface="Lato"/>
                <a:ea typeface="Lato"/>
                <a:cs typeface="Lato"/>
                <a:sym typeface="Lato"/>
              </a:defRPr>
            </a:lvl6pPr>
            <a:lvl7pPr indent="-317500" lvl="6" marL="3200400">
              <a:lnSpc>
                <a:spcPct val="115000"/>
              </a:lnSpc>
              <a:spcBef>
                <a:spcPts val="1600"/>
              </a:spcBef>
              <a:spcAft>
                <a:spcPts val="0"/>
              </a:spcAft>
              <a:buClr>
                <a:schemeClr val="dk2"/>
              </a:buClr>
              <a:buSzPts val="1400"/>
              <a:buFont typeface="Lato"/>
              <a:buChar char="●"/>
              <a:defRPr>
                <a:solidFill>
                  <a:schemeClr val="dk2"/>
                </a:solidFill>
                <a:latin typeface="Lato"/>
                <a:ea typeface="Lato"/>
                <a:cs typeface="Lato"/>
                <a:sym typeface="Lato"/>
              </a:defRPr>
            </a:lvl7pPr>
            <a:lvl8pPr indent="-317500" lvl="7" marL="3657600">
              <a:lnSpc>
                <a:spcPct val="115000"/>
              </a:lnSpc>
              <a:spcBef>
                <a:spcPts val="1600"/>
              </a:spcBef>
              <a:spcAft>
                <a:spcPts val="0"/>
              </a:spcAft>
              <a:buClr>
                <a:schemeClr val="dk2"/>
              </a:buClr>
              <a:buSzPts val="1400"/>
              <a:buFont typeface="Lato"/>
              <a:buChar char="○"/>
              <a:defRPr>
                <a:solidFill>
                  <a:schemeClr val="dk2"/>
                </a:solidFill>
                <a:latin typeface="Lato"/>
                <a:ea typeface="Lato"/>
                <a:cs typeface="Lato"/>
                <a:sym typeface="Lato"/>
              </a:defRPr>
            </a:lvl8pPr>
            <a:lvl9pPr indent="-317500" lvl="8" marL="4114800">
              <a:lnSpc>
                <a:spcPct val="115000"/>
              </a:lnSpc>
              <a:spcBef>
                <a:spcPts val="1600"/>
              </a:spcBef>
              <a:spcAft>
                <a:spcPts val="1600"/>
              </a:spcAft>
              <a:buClr>
                <a:schemeClr val="dk2"/>
              </a:buClr>
              <a:buSzPts val="1400"/>
              <a:buFont typeface="Lato"/>
              <a:buChar char="■"/>
              <a:defRPr>
                <a:solidFill>
                  <a:schemeClr val="dk2"/>
                </a:solidFill>
                <a:latin typeface="Lato"/>
                <a:ea typeface="Lato"/>
                <a:cs typeface="Lato"/>
                <a:sym typeface="Lato"/>
              </a:defRPr>
            </a:lvl9pPr>
          </a:lstStyle>
          <a:p/>
        </p:txBody>
      </p:sp>
      <p:sp>
        <p:nvSpPr>
          <p:cNvPr id="8" name="Google Shape;8;p1"/>
          <p:cNvSpPr txBox="1"/>
          <p:nvPr>
            <p:ph idx="12" type="sldNum"/>
          </p:nvPr>
        </p:nvSpPr>
        <p:spPr>
          <a:xfrm>
            <a:off x="8497999" y="4688759"/>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dk2"/>
                </a:solidFill>
                <a:latin typeface="Lato"/>
                <a:ea typeface="Lato"/>
                <a:cs typeface="Lato"/>
                <a:sym typeface="Lato"/>
              </a:defRPr>
            </a:lvl1pPr>
            <a:lvl2pPr lvl="1" algn="r">
              <a:buNone/>
              <a:defRPr sz="1000">
                <a:solidFill>
                  <a:schemeClr val="dk2"/>
                </a:solidFill>
                <a:latin typeface="Lato"/>
                <a:ea typeface="Lato"/>
                <a:cs typeface="Lato"/>
                <a:sym typeface="Lato"/>
              </a:defRPr>
            </a:lvl2pPr>
            <a:lvl3pPr lvl="2" algn="r">
              <a:buNone/>
              <a:defRPr sz="1000">
                <a:solidFill>
                  <a:schemeClr val="dk2"/>
                </a:solidFill>
                <a:latin typeface="Lato"/>
                <a:ea typeface="Lato"/>
                <a:cs typeface="Lato"/>
                <a:sym typeface="Lato"/>
              </a:defRPr>
            </a:lvl3pPr>
            <a:lvl4pPr lvl="3" algn="r">
              <a:buNone/>
              <a:defRPr sz="1000">
                <a:solidFill>
                  <a:schemeClr val="dk2"/>
                </a:solidFill>
                <a:latin typeface="Lato"/>
                <a:ea typeface="Lato"/>
                <a:cs typeface="Lato"/>
                <a:sym typeface="Lato"/>
              </a:defRPr>
            </a:lvl4pPr>
            <a:lvl5pPr lvl="4" algn="r">
              <a:buNone/>
              <a:defRPr sz="1000">
                <a:solidFill>
                  <a:schemeClr val="dk2"/>
                </a:solidFill>
                <a:latin typeface="Lato"/>
                <a:ea typeface="Lato"/>
                <a:cs typeface="Lato"/>
                <a:sym typeface="Lato"/>
              </a:defRPr>
            </a:lvl5pPr>
            <a:lvl6pPr lvl="5" algn="r">
              <a:buNone/>
              <a:defRPr sz="1000">
                <a:solidFill>
                  <a:schemeClr val="dk2"/>
                </a:solidFill>
                <a:latin typeface="Lato"/>
                <a:ea typeface="Lato"/>
                <a:cs typeface="Lato"/>
                <a:sym typeface="Lato"/>
              </a:defRPr>
            </a:lvl6pPr>
            <a:lvl7pPr lvl="6" algn="r">
              <a:buNone/>
              <a:defRPr sz="1000">
                <a:solidFill>
                  <a:schemeClr val="dk2"/>
                </a:solidFill>
                <a:latin typeface="Lato"/>
                <a:ea typeface="Lato"/>
                <a:cs typeface="Lato"/>
                <a:sym typeface="Lato"/>
              </a:defRPr>
            </a:lvl7pPr>
            <a:lvl8pPr lvl="7" algn="r">
              <a:buNone/>
              <a:defRPr sz="1000">
                <a:solidFill>
                  <a:schemeClr val="dk2"/>
                </a:solidFill>
                <a:latin typeface="Lato"/>
                <a:ea typeface="Lato"/>
                <a:cs typeface="Lato"/>
                <a:sym typeface="Lato"/>
              </a:defRPr>
            </a:lvl8pPr>
            <a:lvl9pPr lvl="8" algn="r">
              <a:buNone/>
              <a:defRPr sz="1000">
                <a:solidFill>
                  <a:schemeClr val="dk2"/>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7.xml"/><Relationship Id="rId3"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13"/>
          <p:cNvSpPr txBox="1"/>
          <p:nvPr>
            <p:ph type="ctrTitle"/>
          </p:nvPr>
        </p:nvSpPr>
        <p:spPr>
          <a:xfrm>
            <a:off x="2371725" y="630225"/>
            <a:ext cx="6331500" cy="1542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IMBD Data Ingestion</a:t>
            </a:r>
            <a:endParaRPr/>
          </a:p>
          <a:p>
            <a:pPr indent="0" lvl="0" marL="0" rtl="0" algn="l">
              <a:spcBef>
                <a:spcPts val="0"/>
              </a:spcBef>
              <a:spcAft>
                <a:spcPts val="0"/>
              </a:spcAft>
              <a:buNone/>
            </a:pPr>
            <a:r>
              <a:rPr lang="en"/>
              <a:t>Sub-System</a:t>
            </a:r>
            <a:endParaRPr/>
          </a:p>
          <a:p>
            <a:pPr indent="0" lvl="0" marL="0" rtl="0" algn="l">
              <a:spcBef>
                <a:spcPts val="0"/>
              </a:spcBef>
              <a:spcAft>
                <a:spcPts val="0"/>
              </a:spcAft>
              <a:buNone/>
            </a:pPr>
            <a:r>
              <a:rPr lang="en"/>
              <a:t>ETL Pipeline</a:t>
            </a:r>
            <a:endParaRPr/>
          </a:p>
        </p:txBody>
      </p:sp>
      <p:sp>
        <p:nvSpPr>
          <p:cNvPr id="73" name="Google Shape;73;p13"/>
          <p:cNvSpPr txBox="1"/>
          <p:nvPr>
            <p:ph idx="1" type="subTitle"/>
          </p:nvPr>
        </p:nvSpPr>
        <p:spPr>
          <a:xfrm>
            <a:off x="2390267" y="3238450"/>
            <a:ext cx="6331500" cy="1241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Samir Roshan Mohamed Riath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sp>
        <p:nvSpPr>
          <p:cNvPr id="78" name="Google Shape;78;p14"/>
          <p:cNvSpPr txBox="1"/>
          <p:nvPr>
            <p:ph type="title"/>
          </p:nvPr>
        </p:nvSpPr>
        <p:spPr>
          <a:xfrm>
            <a:off x="265500" y="1912650"/>
            <a:ext cx="4045200" cy="1318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Overview</a:t>
            </a:r>
            <a:endParaRPr/>
          </a:p>
        </p:txBody>
      </p:sp>
      <p:sp>
        <p:nvSpPr>
          <p:cNvPr id="79" name="Google Shape;79;p14"/>
          <p:cNvSpPr txBox="1"/>
          <p:nvPr>
            <p:ph idx="2" type="body"/>
          </p:nvPr>
        </p:nvSpPr>
        <p:spPr>
          <a:xfrm>
            <a:off x="4909575" y="724200"/>
            <a:ext cx="3837000" cy="3695100"/>
          </a:xfrm>
          <a:prstGeom prst="rect">
            <a:avLst/>
          </a:prstGeom>
        </p:spPr>
        <p:txBody>
          <a:bodyPr anchorCtr="0" anchor="ctr" bIns="91425" lIns="91425" spcFirstLastPara="1" rIns="91425" wrap="square" tIns="91425">
            <a:noAutofit/>
          </a:bodyPr>
          <a:lstStyle/>
          <a:p>
            <a:pPr indent="-387350" lvl="0" marL="457200" rtl="0" algn="l">
              <a:spcBef>
                <a:spcPts val="0"/>
              </a:spcBef>
              <a:spcAft>
                <a:spcPts val="0"/>
              </a:spcAft>
              <a:buSzPts val="2500"/>
              <a:buChar char="●"/>
            </a:pPr>
            <a:r>
              <a:rPr b="1" lang="en" sz="2500"/>
              <a:t>Problem Statement</a:t>
            </a:r>
            <a:endParaRPr b="1" sz="2500"/>
          </a:p>
          <a:p>
            <a:pPr indent="-387350" lvl="0" marL="457200" rtl="0" algn="l">
              <a:spcBef>
                <a:spcPts val="0"/>
              </a:spcBef>
              <a:spcAft>
                <a:spcPts val="0"/>
              </a:spcAft>
              <a:buSzPts val="2500"/>
              <a:buChar char="●"/>
            </a:pPr>
            <a:r>
              <a:rPr b="1" lang="en" sz="2500"/>
              <a:t>Solution Overview</a:t>
            </a:r>
            <a:endParaRPr b="1" sz="2500"/>
          </a:p>
          <a:p>
            <a:pPr indent="-387350" lvl="0" marL="457200" rtl="0" algn="l">
              <a:spcBef>
                <a:spcPts val="0"/>
              </a:spcBef>
              <a:spcAft>
                <a:spcPts val="0"/>
              </a:spcAft>
              <a:buSzPts val="2500"/>
              <a:buChar char="●"/>
            </a:pPr>
            <a:r>
              <a:rPr b="1" lang="en" sz="2500"/>
              <a:t>Tech Stack</a:t>
            </a:r>
            <a:endParaRPr b="1" sz="2500"/>
          </a:p>
          <a:p>
            <a:pPr indent="-387350" lvl="0" marL="457200" rtl="0" algn="l">
              <a:spcBef>
                <a:spcPts val="0"/>
              </a:spcBef>
              <a:spcAft>
                <a:spcPts val="0"/>
              </a:spcAft>
              <a:buSzPts val="2500"/>
              <a:buChar char="●"/>
            </a:pPr>
            <a:r>
              <a:rPr b="1" lang="en" sz="2500"/>
              <a:t>Architecture</a:t>
            </a:r>
            <a:endParaRPr b="1" sz="2500"/>
          </a:p>
          <a:p>
            <a:pPr indent="-387350" lvl="0" marL="457200" rtl="0" algn="l">
              <a:spcBef>
                <a:spcPts val="0"/>
              </a:spcBef>
              <a:spcAft>
                <a:spcPts val="0"/>
              </a:spcAft>
              <a:buSzPts val="2500"/>
              <a:buChar char="●"/>
            </a:pPr>
            <a:r>
              <a:rPr b="1" lang="en" sz="2500"/>
              <a:t>Implementation</a:t>
            </a:r>
            <a:endParaRPr b="1" sz="2500"/>
          </a:p>
          <a:p>
            <a:pPr indent="-387350" lvl="0" marL="457200" rtl="0" algn="l">
              <a:spcBef>
                <a:spcPts val="0"/>
              </a:spcBef>
              <a:spcAft>
                <a:spcPts val="0"/>
              </a:spcAft>
              <a:buSzPts val="2500"/>
              <a:buChar char="●"/>
            </a:pPr>
            <a:r>
              <a:rPr b="1" lang="en" sz="2500"/>
              <a:t>Demo</a:t>
            </a:r>
            <a:endParaRPr b="1" sz="2500"/>
          </a:p>
          <a:p>
            <a:pPr indent="-387350" lvl="0" marL="457200" rtl="0" algn="l">
              <a:spcBef>
                <a:spcPts val="0"/>
              </a:spcBef>
              <a:spcAft>
                <a:spcPts val="0"/>
              </a:spcAft>
              <a:buSzPts val="2500"/>
              <a:buChar char="●"/>
            </a:pPr>
            <a:r>
              <a:rPr b="1" lang="en" sz="2500"/>
              <a:t>Challenges</a:t>
            </a:r>
            <a:endParaRPr b="1" sz="2500"/>
          </a:p>
          <a:p>
            <a:pPr indent="-387350" lvl="0" marL="457200" rtl="0" algn="l">
              <a:spcBef>
                <a:spcPts val="0"/>
              </a:spcBef>
              <a:spcAft>
                <a:spcPts val="0"/>
              </a:spcAft>
              <a:buSzPts val="2500"/>
              <a:buChar char="●"/>
            </a:pPr>
            <a:r>
              <a:rPr b="1" lang="en" sz="2500"/>
              <a:t>Future Enhancements</a:t>
            </a:r>
            <a:endParaRPr b="1" sz="2500"/>
          </a:p>
          <a:p>
            <a:pPr indent="0" lvl="0" marL="0" rtl="0" algn="l">
              <a:spcBef>
                <a:spcPts val="0"/>
              </a:spcBef>
              <a:spcAft>
                <a:spcPts val="1600"/>
              </a:spcAft>
              <a:buNone/>
            </a:pPr>
            <a:r>
              <a:t/>
            </a:r>
            <a:endParaRPr b="1"/>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5"/>
          <p:cNvSpPr txBox="1"/>
          <p:nvPr>
            <p:ph type="title"/>
          </p:nvPr>
        </p:nvSpPr>
        <p:spPr>
          <a:xfrm>
            <a:off x="2400250" y="575950"/>
            <a:ext cx="6321600" cy="635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Problem Statement </a:t>
            </a:r>
            <a:endParaRPr/>
          </a:p>
        </p:txBody>
      </p:sp>
      <p:sp>
        <p:nvSpPr>
          <p:cNvPr id="85" name="Google Shape;85;p15"/>
          <p:cNvSpPr txBox="1"/>
          <p:nvPr>
            <p:ph idx="1" type="body"/>
          </p:nvPr>
        </p:nvSpPr>
        <p:spPr>
          <a:xfrm>
            <a:off x="2400253" y="1363225"/>
            <a:ext cx="3071400" cy="3002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2100">
                <a:solidFill>
                  <a:schemeClr val="dk1"/>
                </a:solidFill>
              </a:rPr>
              <a:t>Key Issues:</a:t>
            </a:r>
            <a:endParaRPr b="1" sz="2100">
              <a:solidFill>
                <a:schemeClr val="dk1"/>
              </a:solidFill>
            </a:endParaRPr>
          </a:p>
          <a:p>
            <a:pPr indent="-330200" lvl="0" marL="457200" rtl="0" algn="l">
              <a:lnSpc>
                <a:spcPct val="100000"/>
              </a:lnSpc>
              <a:spcBef>
                <a:spcPts val="1600"/>
              </a:spcBef>
              <a:spcAft>
                <a:spcPts val="0"/>
              </a:spcAft>
              <a:buSzPts val="1600"/>
              <a:buChar char="●"/>
            </a:pPr>
            <a:r>
              <a:rPr lang="en" sz="1600"/>
              <a:t>Raw Movie Data is messy and inconsistent</a:t>
            </a:r>
            <a:endParaRPr sz="1600"/>
          </a:p>
          <a:p>
            <a:pPr indent="-330200" lvl="0" marL="457200" rtl="0" algn="l">
              <a:lnSpc>
                <a:spcPct val="100000"/>
              </a:lnSpc>
              <a:spcBef>
                <a:spcPts val="1200"/>
              </a:spcBef>
              <a:spcAft>
                <a:spcPts val="0"/>
              </a:spcAft>
              <a:buSzPts val="1600"/>
              <a:buChar char="●"/>
            </a:pPr>
            <a:r>
              <a:rPr lang="en" sz="1600"/>
              <a:t>Multiple formats: CSVs with mixed genres, missing revenue, inconsistent actor lists</a:t>
            </a:r>
            <a:endParaRPr sz="1600"/>
          </a:p>
          <a:p>
            <a:pPr indent="-330200" lvl="0" marL="457200" rtl="0" algn="l">
              <a:lnSpc>
                <a:spcPct val="100000"/>
              </a:lnSpc>
              <a:spcBef>
                <a:spcPts val="0"/>
              </a:spcBef>
              <a:spcAft>
                <a:spcPts val="0"/>
              </a:spcAft>
              <a:buSzPts val="1600"/>
              <a:buChar char="●"/>
            </a:pPr>
            <a:r>
              <a:rPr lang="en" sz="1600"/>
              <a:t>No schema validation</a:t>
            </a:r>
            <a:endParaRPr sz="1600"/>
          </a:p>
          <a:p>
            <a:pPr indent="-330200" lvl="0" marL="457200" rtl="0" algn="l">
              <a:lnSpc>
                <a:spcPct val="100000"/>
              </a:lnSpc>
              <a:spcBef>
                <a:spcPts val="0"/>
              </a:spcBef>
              <a:spcAft>
                <a:spcPts val="0"/>
              </a:spcAft>
              <a:buSzPts val="1600"/>
              <a:buChar char="●"/>
            </a:pPr>
            <a:r>
              <a:rPr lang="en" sz="1600"/>
              <a:t>Missing or invalid fields such as empty revenue or metascore</a:t>
            </a:r>
            <a:endParaRPr sz="1600"/>
          </a:p>
        </p:txBody>
      </p:sp>
      <p:sp>
        <p:nvSpPr>
          <p:cNvPr id="86" name="Google Shape;86;p15"/>
          <p:cNvSpPr txBox="1"/>
          <p:nvPr>
            <p:ph idx="2" type="body"/>
          </p:nvPr>
        </p:nvSpPr>
        <p:spPr>
          <a:xfrm>
            <a:off x="5650447" y="1363225"/>
            <a:ext cx="3071400" cy="3002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2"/>
              </a:buClr>
              <a:buSzPts val="1100"/>
              <a:buNone/>
            </a:pPr>
            <a:r>
              <a:rPr b="1" lang="en" sz="2100">
                <a:solidFill>
                  <a:schemeClr val="dk1"/>
                </a:solidFill>
              </a:rPr>
              <a:t> </a:t>
            </a:r>
            <a:endParaRPr b="1" sz="2100">
              <a:solidFill>
                <a:schemeClr val="dk1"/>
              </a:solidFill>
            </a:endParaRPr>
          </a:p>
          <a:p>
            <a:pPr indent="-330200" lvl="0" marL="457200" rtl="0" algn="l">
              <a:spcBef>
                <a:spcPts val="1600"/>
              </a:spcBef>
              <a:spcAft>
                <a:spcPts val="0"/>
              </a:spcAft>
              <a:buSzPts val="1600"/>
              <a:buChar char="●"/>
            </a:pPr>
            <a:r>
              <a:rPr lang="en" sz="1600"/>
              <a:t>No Standardized Ingestion Workflow</a:t>
            </a:r>
            <a:endParaRPr sz="1600"/>
          </a:p>
          <a:p>
            <a:pPr indent="-330200" lvl="0" marL="457200" rtl="0" algn="l">
              <a:spcBef>
                <a:spcPts val="0"/>
              </a:spcBef>
              <a:spcAft>
                <a:spcPts val="0"/>
              </a:spcAft>
              <a:buSzPts val="1600"/>
              <a:buChar char="●"/>
            </a:pPr>
            <a:r>
              <a:rPr lang="en" sz="1600"/>
              <a:t>Manual loading into databases</a:t>
            </a:r>
            <a:endParaRPr sz="1600"/>
          </a:p>
          <a:p>
            <a:pPr indent="-330200" lvl="0" marL="457200" rtl="0" algn="l">
              <a:spcBef>
                <a:spcPts val="0"/>
              </a:spcBef>
              <a:spcAft>
                <a:spcPts val="0"/>
              </a:spcAft>
              <a:buSzPts val="1600"/>
              <a:buChar char="●"/>
            </a:pPr>
            <a:r>
              <a:rPr lang="en" sz="1600"/>
              <a:t>No system for tracing rejects</a:t>
            </a:r>
            <a:endParaRPr sz="1600"/>
          </a:p>
          <a:p>
            <a:pPr indent="-330200" lvl="0" marL="457200" rtl="0" algn="l">
              <a:spcBef>
                <a:spcPts val="0"/>
              </a:spcBef>
              <a:spcAft>
                <a:spcPts val="0"/>
              </a:spcAft>
              <a:buSzPts val="1600"/>
              <a:buChar char="●"/>
            </a:pPr>
            <a:r>
              <a:rPr lang="en" sz="1600"/>
              <a:t>No Bronze/Silver/Gold structure</a:t>
            </a:r>
            <a:endParaRPr sz="1600"/>
          </a:p>
          <a:p>
            <a:pPr indent="-330200" lvl="0" marL="457200" rtl="0" algn="l">
              <a:spcBef>
                <a:spcPts val="0"/>
              </a:spcBef>
              <a:spcAft>
                <a:spcPts val="0"/>
              </a:spcAft>
              <a:buSzPts val="1600"/>
              <a:buChar char="●"/>
            </a:pPr>
            <a:r>
              <a:rPr lang="en" sz="1600"/>
              <a:t>Difficult to reproduce ingestion runs</a:t>
            </a:r>
            <a:endParaRPr sz="16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sp>
        <p:nvSpPr>
          <p:cNvPr id="91" name="Google Shape;91;p16"/>
          <p:cNvSpPr txBox="1"/>
          <p:nvPr>
            <p:ph type="title"/>
          </p:nvPr>
        </p:nvSpPr>
        <p:spPr>
          <a:xfrm>
            <a:off x="264575" y="2114200"/>
            <a:ext cx="2170200" cy="635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Solution Overview</a:t>
            </a:r>
            <a:endParaRPr/>
          </a:p>
        </p:txBody>
      </p:sp>
      <p:sp>
        <p:nvSpPr>
          <p:cNvPr id="92" name="Google Shape;92;p16"/>
          <p:cNvSpPr txBox="1"/>
          <p:nvPr>
            <p:ph idx="1" type="body"/>
          </p:nvPr>
        </p:nvSpPr>
        <p:spPr>
          <a:xfrm>
            <a:off x="2489726" y="455875"/>
            <a:ext cx="6854100" cy="4252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2100">
                <a:solidFill>
                  <a:schemeClr val="dk1"/>
                </a:solidFill>
              </a:rPr>
              <a:t>Solution Component: Data Ingestion Sub-System</a:t>
            </a:r>
            <a:endParaRPr b="1" sz="2100">
              <a:solidFill>
                <a:schemeClr val="dk1"/>
              </a:solidFill>
            </a:endParaRPr>
          </a:p>
          <a:p>
            <a:pPr indent="-381000" lvl="0" marL="457200" rtl="0" algn="l">
              <a:spcBef>
                <a:spcPts val="1600"/>
              </a:spcBef>
              <a:spcAft>
                <a:spcPts val="0"/>
              </a:spcAft>
              <a:buSzPts val="2400"/>
              <a:buFont typeface="Arial"/>
              <a:buChar char="●"/>
            </a:pPr>
            <a:r>
              <a:rPr lang="en" sz="2400">
                <a:latin typeface="Arial"/>
                <a:ea typeface="Arial"/>
                <a:cs typeface="Arial"/>
                <a:sym typeface="Arial"/>
              </a:rPr>
              <a:t>Automates extraction, validation, cleaning, and loading</a:t>
            </a:r>
            <a:endParaRPr sz="2400">
              <a:latin typeface="Arial"/>
              <a:ea typeface="Arial"/>
              <a:cs typeface="Arial"/>
              <a:sym typeface="Arial"/>
            </a:endParaRPr>
          </a:p>
          <a:p>
            <a:pPr indent="-381000" lvl="0" marL="457200" rtl="0" algn="l">
              <a:spcBef>
                <a:spcPts val="0"/>
              </a:spcBef>
              <a:spcAft>
                <a:spcPts val="0"/>
              </a:spcAft>
              <a:buSzPts val="2400"/>
              <a:buFont typeface="Arial"/>
              <a:buChar char="●"/>
            </a:pPr>
            <a:r>
              <a:rPr lang="en" sz="2400">
                <a:latin typeface="Arial"/>
                <a:ea typeface="Arial"/>
                <a:cs typeface="Arial"/>
                <a:sym typeface="Arial"/>
              </a:rPr>
              <a:t>Driven by YAML configs for flexible ingestion</a:t>
            </a:r>
            <a:endParaRPr sz="2400">
              <a:latin typeface="Arial"/>
              <a:ea typeface="Arial"/>
              <a:cs typeface="Arial"/>
              <a:sym typeface="Arial"/>
            </a:endParaRPr>
          </a:p>
          <a:p>
            <a:pPr indent="-381000" lvl="0" marL="457200" rtl="0" algn="l">
              <a:spcBef>
                <a:spcPts val="0"/>
              </a:spcBef>
              <a:spcAft>
                <a:spcPts val="0"/>
              </a:spcAft>
              <a:buSzPts val="2400"/>
              <a:buFont typeface="Arial"/>
              <a:buChar char="●"/>
            </a:pPr>
            <a:r>
              <a:rPr lang="en" sz="2400">
                <a:latin typeface="Arial"/>
                <a:ea typeface="Arial"/>
                <a:cs typeface="Arial"/>
                <a:sym typeface="Arial"/>
              </a:rPr>
              <a:t>Detects invalid movie records and routes them to a rejects table</a:t>
            </a:r>
            <a:endParaRPr sz="2400">
              <a:latin typeface="Arial"/>
              <a:ea typeface="Arial"/>
              <a:cs typeface="Arial"/>
              <a:sym typeface="Arial"/>
            </a:endParaRPr>
          </a:p>
          <a:p>
            <a:pPr indent="-406400" lvl="0" marL="457200" rtl="0" algn="l">
              <a:spcBef>
                <a:spcPts val="0"/>
              </a:spcBef>
              <a:spcAft>
                <a:spcPts val="0"/>
              </a:spcAft>
              <a:buSzPts val="2800"/>
              <a:buChar char="●"/>
            </a:pPr>
            <a:r>
              <a:rPr b="1" lang="en" sz="2300">
                <a:latin typeface="Arial"/>
                <a:ea typeface="Arial"/>
                <a:cs typeface="Arial"/>
                <a:sym typeface="Arial"/>
              </a:rPr>
              <a:t>Bronze:</a:t>
            </a:r>
            <a:r>
              <a:rPr lang="en" sz="2300">
                <a:latin typeface="Arial"/>
                <a:ea typeface="Arial"/>
                <a:cs typeface="Arial"/>
                <a:sym typeface="Arial"/>
              </a:rPr>
              <a:t> Raw movie data staging (full CSV load)</a:t>
            </a:r>
            <a:endParaRPr sz="2300">
              <a:latin typeface="Arial"/>
              <a:ea typeface="Arial"/>
              <a:cs typeface="Arial"/>
              <a:sym typeface="Arial"/>
            </a:endParaRPr>
          </a:p>
          <a:p>
            <a:pPr indent="-406400" lvl="0" marL="457200" rtl="0" algn="l">
              <a:spcBef>
                <a:spcPts val="0"/>
              </a:spcBef>
              <a:spcAft>
                <a:spcPts val="0"/>
              </a:spcAft>
              <a:buSzPts val="2800"/>
              <a:buChar char="●"/>
            </a:pPr>
            <a:r>
              <a:rPr b="1" lang="en" sz="2300">
                <a:latin typeface="Arial"/>
                <a:ea typeface="Arial"/>
                <a:cs typeface="Arial"/>
                <a:sym typeface="Arial"/>
              </a:rPr>
              <a:t>Silver:</a:t>
            </a:r>
            <a:r>
              <a:rPr lang="en" sz="2300">
                <a:latin typeface="Arial"/>
                <a:ea typeface="Arial"/>
                <a:cs typeface="Arial"/>
                <a:sym typeface="Arial"/>
              </a:rPr>
              <a:t> Cleaned, validated movie records</a:t>
            </a:r>
            <a:endParaRPr sz="2300">
              <a:latin typeface="Arial"/>
              <a:ea typeface="Arial"/>
              <a:cs typeface="Arial"/>
              <a:sym typeface="Arial"/>
            </a:endParaRPr>
          </a:p>
          <a:p>
            <a:pPr indent="0" lvl="0" marL="457200" rtl="0" algn="l">
              <a:spcBef>
                <a:spcPts val="0"/>
              </a:spcBef>
              <a:spcAft>
                <a:spcPts val="0"/>
              </a:spcAft>
              <a:buNone/>
            </a:pPr>
            <a:r>
              <a:t/>
            </a:r>
            <a:endParaRPr sz="1200">
              <a:latin typeface="Arial"/>
              <a:ea typeface="Arial"/>
              <a:cs typeface="Arial"/>
              <a:sym typeface="Arial"/>
            </a:endParaRPr>
          </a:p>
          <a:p>
            <a:pPr indent="0" lvl="0" marL="0" rtl="0" algn="l">
              <a:spcBef>
                <a:spcPts val="0"/>
              </a:spcBef>
              <a:spcAft>
                <a:spcPts val="1600"/>
              </a:spcAft>
              <a:buNone/>
            </a:pPr>
            <a:r>
              <a:t/>
            </a:r>
            <a:endParaRPr b="1" sz="2100">
              <a:solidFill>
                <a:schemeClr val="dk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sp>
        <p:nvSpPr>
          <p:cNvPr id="97" name="Google Shape;97;p17"/>
          <p:cNvSpPr txBox="1"/>
          <p:nvPr>
            <p:ph type="title"/>
          </p:nvPr>
        </p:nvSpPr>
        <p:spPr>
          <a:xfrm>
            <a:off x="2400250" y="575950"/>
            <a:ext cx="6321600" cy="635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Tech Stack</a:t>
            </a:r>
            <a:endParaRPr/>
          </a:p>
        </p:txBody>
      </p:sp>
      <p:sp>
        <p:nvSpPr>
          <p:cNvPr id="98" name="Google Shape;98;p17"/>
          <p:cNvSpPr txBox="1"/>
          <p:nvPr>
            <p:ph idx="1" type="body"/>
          </p:nvPr>
        </p:nvSpPr>
        <p:spPr>
          <a:xfrm>
            <a:off x="2400250" y="1386300"/>
            <a:ext cx="6321600" cy="2498100"/>
          </a:xfrm>
          <a:prstGeom prst="rect">
            <a:avLst/>
          </a:prstGeom>
        </p:spPr>
        <p:txBody>
          <a:bodyPr anchorCtr="0" anchor="t" bIns="91425" lIns="91425" spcFirstLastPara="1" rIns="91425" wrap="square" tIns="91425">
            <a:noAutofit/>
          </a:bodyPr>
          <a:lstStyle/>
          <a:p>
            <a:pPr indent="-330200" lvl="0" marL="457200" rtl="0" algn="l">
              <a:spcBef>
                <a:spcPts val="0"/>
              </a:spcBef>
              <a:spcAft>
                <a:spcPts val="0"/>
              </a:spcAft>
              <a:buSzPts val="1600"/>
              <a:buChar char="●"/>
            </a:pPr>
            <a:r>
              <a:rPr lang="en" sz="1600"/>
              <a:t>Python</a:t>
            </a:r>
            <a:endParaRPr sz="1600"/>
          </a:p>
          <a:p>
            <a:pPr indent="-330200" lvl="0" marL="457200" rtl="0" algn="l">
              <a:spcBef>
                <a:spcPts val="0"/>
              </a:spcBef>
              <a:spcAft>
                <a:spcPts val="0"/>
              </a:spcAft>
              <a:buSzPts val="1600"/>
              <a:buChar char="●"/>
            </a:pPr>
            <a:r>
              <a:rPr lang="en" sz="1600"/>
              <a:t>Pandas for transformations</a:t>
            </a:r>
            <a:endParaRPr sz="1600"/>
          </a:p>
          <a:p>
            <a:pPr indent="-330200" lvl="0" marL="457200" rtl="0" algn="l">
              <a:spcBef>
                <a:spcPts val="1200"/>
              </a:spcBef>
              <a:spcAft>
                <a:spcPts val="0"/>
              </a:spcAft>
              <a:buSzPts val="1600"/>
              <a:buChar char="●"/>
            </a:pPr>
            <a:r>
              <a:rPr lang="en" sz="1600"/>
              <a:t>Psycopg2</a:t>
            </a:r>
            <a:endParaRPr sz="1600"/>
          </a:p>
          <a:p>
            <a:pPr indent="-330200" lvl="0" marL="457200" rtl="0" algn="l">
              <a:spcBef>
                <a:spcPts val="1200"/>
              </a:spcBef>
              <a:spcAft>
                <a:spcPts val="0"/>
              </a:spcAft>
              <a:buSzPts val="1600"/>
              <a:buChar char="●"/>
            </a:pPr>
            <a:r>
              <a:rPr lang="en" sz="1600"/>
              <a:t>PostgreSQL</a:t>
            </a:r>
            <a:endParaRPr sz="1600"/>
          </a:p>
          <a:p>
            <a:pPr indent="-330200" lvl="0" marL="457200" rtl="0" algn="l">
              <a:spcBef>
                <a:spcPts val="1200"/>
              </a:spcBef>
              <a:spcAft>
                <a:spcPts val="0"/>
              </a:spcAft>
              <a:buSzPts val="1600"/>
              <a:buChar char="●"/>
            </a:pPr>
            <a:r>
              <a:rPr lang="en" sz="1600"/>
              <a:t>YAML config file</a:t>
            </a:r>
            <a:endParaRPr sz="1600"/>
          </a:p>
          <a:p>
            <a:pPr indent="-330200" lvl="0" marL="457200" rtl="0" algn="l">
              <a:spcBef>
                <a:spcPts val="1200"/>
              </a:spcBef>
              <a:spcAft>
                <a:spcPts val="1200"/>
              </a:spcAft>
              <a:buSzPts val="1600"/>
              <a:buChar char="●"/>
            </a:pPr>
            <a:r>
              <a:rPr lang="en" sz="1600"/>
              <a:t>Logging module for </a:t>
            </a:r>
            <a:r>
              <a:rPr lang="en" sz="1600"/>
              <a:t>pipeline</a:t>
            </a:r>
            <a:r>
              <a:rPr lang="en" sz="1600"/>
              <a:t> observability </a:t>
            </a:r>
            <a:endParaRPr sz="16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18"/>
          <p:cNvSpPr txBox="1"/>
          <p:nvPr>
            <p:ph type="title"/>
          </p:nvPr>
        </p:nvSpPr>
        <p:spPr>
          <a:xfrm>
            <a:off x="2400250" y="575950"/>
            <a:ext cx="6321600" cy="635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Data Quality &amp; Reject Handling</a:t>
            </a:r>
            <a:endParaRPr/>
          </a:p>
        </p:txBody>
      </p:sp>
      <p:sp>
        <p:nvSpPr>
          <p:cNvPr id="104" name="Google Shape;104;p18"/>
          <p:cNvSpPr txBox="1"/>
          <p:nvPr>
            <p:ph idx="1" type="body"/>
          </p:nvPr>
        </p:nvSpPr>
        <p:spPr>
          <a:xfrm>
            <a:off x="2400253" y="1393150"/>
            <a:ext cx="3071400" cy="3002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2100">
                <a:solidFill>
                  <a:schemeClr val="dk1"/>
                </a:solidFill>
              </a:rPr>
              <a:t>Data Quality Checks</a:t>
            </a:r>
            <a:r>
              <a:rPr b="1" lang="en" sz="2100">
                <a:solidFill>
                  <a:schemeClr val="dk1"/>
                </a:solidFill>
              </a:rPr>
              <a:t>                              </a:t>
            </a:r>
            <a:endParaRPr b="1" sz="2100">
              <a:solidFill>
                <a:schemeClr val="dk1"/>
              </a:solidFill>
            </a:endParaRPr>
          </a:p>
          <a:p>
            <a:pPr indent="-342900" lvl="0" marL="457200" rtl="0" algn="l">
              <a:spcBef>
                <a:spcPts val="1600"/>
              </a:spcBef>
              <a:spcAft>
                <a:spcPts val="0"/>
              </a:spcAft>
              <a:buSzPts val="1800"/>
              <a:buChar char="●"/>
            </a:pPr>
            <a:r>
              <a:rPr lang="en" sz="1300">
                <a:latin typeface="Arial"/>
                <a:ea typeface="Arial"/>
                <a:cs typeface="Arial"/>
                <a:sym typeface="Arial"/>
              </a:rPr>
              <a:t>Validate required fields: </a:t>
            </a:r>
            <a:r>
              <a:rPr i="1" lang="en" sz="1300">
                <a:latin typeface="Arial"/>
                <a:ea typeface="Arial"/>
                <a:cs typeface="Arial"/>
                <a:sym typeface="Arial"/>
              </a:rPr>
              <a:t>Title, Year, Rating, Votes</a:t>
            </a:r>
            <a:endParaRPr i="1" sz="1300">
              <a:latin typeface="Arial"/>
              <a:ea typeface="Arial"/>
              <a:cs typeface="Arial"/>
              <a:sym typeface="Arial"/>
            </a:endParaRPr>
          </a:p>
          <a:p>
            <a:pPr indent="-342900" lvl="0" marL="457200" rtl="0" algn="l">
              <a:spcBef>
                <a:spcPts val="0"/>
              </a:spcBef>
              <a:spcAft>
                <a:spcPts val="0"/>
              </a:spcAft>
              <a:buSzPts val="1800"/>
              <a:buChar char="●"/>
            </a:pPr>
            <a:r>
              <a:rPr lang="en" sz="1300">
                <a:latin typeface="Arial"/>
                <a:ea typeface="Arial"/>
                <a:cs typeface="Arial"/>
                <a:sym typeface="Arial"/>
              </a:rPr>
              <a:t>Check numeric types: </a:t>
            </a:r>
            <a:r>
              <a:rPr i="1" lang="en" sz="1300">
                <a:latin typeface="Arial"/>
                <a:ea typeface="Arial"/>
                <a:cs typeface="Arial"/>
                <a:sym typeface="Arial"/>
              </a:rPr>
              <a:t>Runtime, Revenue, Metascore</a:t>
            </a:r>
            <a:endParaRPr i="1" sz="1300">
              <a:latin typeface="Arial"/>
              <a:ea typeface="Arial"/>
              <a:cs typeface="Arial"/>
              <a:sym typeface="Arial"/>
            </a:endParaRPr>
          </a:p>
          <a:p>
            <a:pPr indent="-342900" lvl="0" marL="457200" rtl="0" algn="l">
              <a:spcBef>
                <a:spcPts val="0"/>
              </a:spcBef>
              <a:spcAft>
                <a:spcPts val="0"/>
              </a:spcAft>
              <a:buSzPts val="1800"/>
              <a:buChar char="●"/>
            </a:pPr>
            <a:r>
              <a:rPr lang="en" sz="1300">
                <a:latin typeface="Arial"/>
                <a:ea typeface="Arial"/>
                <a:cs typeface="Arial"/>
                <a:sym typeface="Arial"/>
              </a:rPr>
              <a:t>Verify genre &amp; actor list formatting</a:t>
            </a:r>
            <a:endParaRPr sz="1300">
              <a:latin typeface="Arial"/>
              <a:ea typeface="Arial"/>
              <a:cs typeface="Arial"/>
              <a:sym typeface="Arial"/>
            </a:endParaRPr>
          </a:p>
          <a:p>
            <a:pPr indent="-342900" lvl="0" marL="457200" rtl="0" algn="l">
              <a:spcBef>
                <a:spcPts val="0"/>
              </a:spcBef>
              <a:spcAft>
                <a:spcPts val="0"/>
              </a:spcAft>
              <a:buSzPts val="1800"/>
              <a:buChar char="●"/>
            </a:pPr>
            <a:r>
              <a:rPr lang="en" sz="1300">
                <a:latin typeface="Arial"/>
                <a:ea typeface="Arial"/>
                <a:cs typeface="Arial"/>
                <a:sym typeface="Arial"/>
              </a:rPr>
              <a:t>Detect missing, malformed, or inconsistent values</a:t>
            </a:r>
            <a:endParaRPr sz="1300">
              <a:latin typeface="Arial"/>
              <a:ea typeface="Arial"/>
              <a:cs typeface="Arial"/>
              <a:sym typeface="Arial"/>
            </a:endParaRPr>
          </a:p>
          <a:p>
            <a:pPr indent="0" lvl="0" marL="457200" rtl="0" algn="l">
              <a:spcBef>
                <a:spcPts val="0"/>
              </a:spcBef>
              <a:spcAft>
                <a:spcPts val="1200"/>
              </a:spcAft>
              <a:buNone/>
            </a:pPr>
            <a:r>
              <a:t/>
            </a:r>
            <a:endParaRPr sz="1600"/>
          </a:p>
        </p:txBody>
      </p:sp>
      <p:sp>
        <p:nvSpPr>
          <p:cNvPr id="105" name="Google Shape;105;p18"/>
          <p:cNvSpPr txBox="1"/>
          <p:nvPr>
            <p:ph idx="2" type="body"/>
          </p:nvPr>
        </p:nvSpPr>
        <p:spPr>
          <a:xfrm>
            <a:off x="5650447" y="1393150"/>
            <a:ext cx="3071400" cy="3002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2100">
                <a:solidFill>
                  <a:schemeClr val="dk1"/>
                </a:solidFill>
              </a:rPr>
              <a:t>Reject Handling</a:t>
            </a:r>
            <a:endParaRPr b="1" sz="2100">
              <a:solidFill>
                <a:schemeClr val="dk1"/>
              </a:solidFill>
            </a:endParaRPr>
          </a:p>
          <a:p>
            <a:pPr indent="-317500" lvl="0" marL="457200" rtl="0" algn="l">
              <a:spcBef>
                <a:spcPts val="1600"/>
              </a:spcBef>
              <a:spcAft>
                <a:spcPts val="0"/>
              </a:spcAft>
              <a:buSzPts val="1400"/>
              <a:buFont typeface="Arial"/>
              <a:buChar char="●"/>
            </a:pPr>
            <a:r>
              <a:rPr lang="en">
                <a:latin typeface="Arial"/>
                <a:ea typeface="Arial"/>
                <a:cs typeface="Arial"/>
                <a:sym typeface="Arial"/>
              </a:rPr>
              <a:t>Invalid rows are redirected to the </a:t>
            </a:r>
            <a:r>
              <a:rPr b="1" lang="en">
                <a:latin typeface="Arial"/>
                <a:ea typeface="Arial"/>
                <a:cs typeface="Arial"/>
                <a:sym typeface="Arial"/>
              </a:rPr>
              <a:t>Rejects table</a:t>
            </a:r>
            <a:endParaRPr b="1">
              <a:latin typeface="Arial"/>
              <a:ea typeface="Arial"/>
              <a:cs typeface="Arial"/>
              <a:sym typeface="Arial"/>
            </a:endParaRPr>
          </a:p>
          <a:p>
            <a:pPr indent="-317500" lvl="0" marL="457200" rtl="0" algn="l">
              <a:spcBef>
                <a:spcPts val="0"/>
              </a:spcBef>
              <a:spcAft>
                <a:spcPts val="0"/>
              </a:spcAft>
              <a:buSzPts val="1400"/>
              <a:buFont typeface="Arial"/>
              <a:buChar char="●"/>
            </a:pPr>
            <a:r>
              <a:rPr lang="en">
                <a:latin typeface="Arial"/>
                <a:ea typeface="Arial"/>
                <a:cs typeface="Arial"/>
                <a:sym typeface="Arial"/>
              </a:rPr>
              <a:t>Each rejected record stores:</a:t>
            </a:r>
            <a:endParaRPr>
              <a:latin typeface="Arial"/>
              <a:ea typeface="Arial"/>
              <a:cs typeface="Arial"/>
              <a:sym typeface="Arial"/>
            </a:endParaRPr>
          </a:p>
          <a:p>
            <a:pPr indent="-317500" lvl="1" marL="914400" rtl="0" algn="l">
              <a:spcBef>
                <a:spcPts val="0"/>
              </a:spcBef>
              <a:spcAft>
                <a:spcPts val="0"/>
              </a:spcAft>
              <a:buSzPts val="1400"/>
              <a:buFont typeface="Arial"/>
              <a:buChar char="○"/>
            </a:pPr>
            <a:r>
              <a:rPr lang="en" sz="1400">
                <a:latin typeface="Arial"/>
                <a:ea typeface="Arial"/>
                <a:cs typeface="Arial"/>
                <a:sym typeface="Arial"/>
              </a:rPr>
              <a:t>Raw row data</a:t>
            </a:r>
            <a:endParaRPr sz="1400">
              <a:latin typeface="Arial"/>
              <a:ea typeface="Arial"/>
              <a:cs typeface="Arial"/>
              <a:sym typeface="Arial"/>
            </a:endParaRPr>
          </a:p>
          <a:p>
            <a:pPr indent="-317500" lvl="1" marL="914400" rtl="0" algn="l">
              <a:spcBef>
                <a:spcPts val="0"/>
              </a:spcBef>
              <a:spcAft>
                <a:spcPts val="0"/>
              </a:spcAft>
              <a:buSzPts val="1400"/>
              <a:buFont typeface="Arial"/>
              <a:buChar char="○"/>
            </a:pPr>
            <a:r>
              <a:rPr lang="en" sz="1400">
                <a:latin typeface="Arial"/>
                <a:ea typeface="Arial"/>
                <a:cs typeface="Arial"/>
                <a:sym typeface="Arial"/>
              </a:rPr>
              <a:t>Error reason</a:t>
            </a:r>
            <a:endParaRPr sz="1400">
              <a:latin typeface="Arial"/>
              <a:ea typeface="Arial"/>
              <a:cs typeface="Arial"/>
              <a:sym typeface="Arial"/>
            </a:endParaRPr>
          </a:p>
          <a:p>
            <a:pPr indent="-317500" lvl="1" marL="914400" rtl="0" algn="l">
              <a:spcBef>
                <a:spcPts val="0"/>
              </a:spcBef>
              <a:spcAft>
                <a:spcPts val="0"/>
              </a:spcAft>
              <a:buSzPts val="1400"/>
              <a:buFont typeface="Arial"/>
              <a:buChar char="○"/>
            </a:pPr>
            <a:r>
              <a:rPr lang="en" sz="1400">
                <a:latin typeface="Arial"/>
                <a:ea typeface="Arial"/>
                <a:cs typeface="Arial"/>
                <a:sym typeface="Arial"/>
              </a:rPr>
              <a:t>Timestamp</a:t>
            </a:r>
            <a:endParaRPr sz="1400">
              <a:latin typeface="Arial"/>
              <a:ea typeface="Arial"/>
              <a:cs typeface="Arial"/>
              <a:sym typeface="Arial"/>
            </a:endParaRPr>
          </a:p>
          <a:p>
            <a:pPr indent="-317500" lvl="0" marL="457200" rtl="0" algn="l">
              <a:spcBef>
                <a:spcPts val="0"/>
              </a:spcBef>
              <a:spcAft>
                <a:spcPts val="0"/>
              </a:spcAft>
              <a:buSzPts val="1400"/>
              <a:buFont typeface="Arial"/>
              <a:buChar char="●"/>
            </a:pPr>
            <a:r>
              <a:rPr lang="en">
                <a:latin typeface="Arial"/>
                <a:ea typeface="Arial"/>
                <a:cs typeface="Arial"/>
                <a:sym typeface="Arial"/>
              </a:rPr>
              <a:t>Ensures </a:t>
            </a:r>
            <a:r>
              <a:rPr b="1" lang="en">
                <a:latin typeface="Arial"/>
                <a:ea typeface="Arial"/>
                <a:cs typeface="Arial"/>
                <a:sym typeface="Arial"/>
              </a:rPr>
              <a:t>no silent data loss</a:t>
            </a:r>
            <a:endParaRPr b="1">
              <a:latin typeface="Arial"/>
              <a:ea typeface="Arial"/>
              <a:cs typeface="Arial"/>
              <a:sym typeface="Arial"/>
            </a:endParaRPr>
          </a:p>
          <a:p>
            <a:pPr indent="-317500" lvl="0" marL="457200" rtl="0" algn="l">
              <a:spcBef>
                <a:spcPts val="0"/>
              </a:spcBef>
              <a:spcAft>
                <a:spcPts val="0"/>
              </a:spcAft>
              <a:buSzPts val="1400"/>
              <a:buFont typeface="Arial"/>
              <a:buChar char="●"/>
            </a:pPr>
            <a:r>
              <a:rPr lang="en">
                <a:latin typeface="Arial"/>
                <a:ea typeface="Arial"/>
                <a:cs typeface="Arial"/>
                <a:sym typeface="Arial"/>
              </a:rPr>
              <a:t>Allows simple debugging &amp; reprocessing</a:t>
            </a:r>
            <a:endParaRPr>
              <a:latin typeface="Arial"/>
              <a:ea typeface="Arial"/>
              <a:cs typeface="Arial"/>
              <a:sym typeface="Arial"/>
            </a:endParaRPr>
          </a:p>
          <a:p>
            <a:pPr indent="0" lvl="0" marL="0" rtl="0" algn="l">
              <a:spcBef>
                <a:spcPts val="0"/>
              </a:spcBef>
              <a:spcAft>
                <a:spcPts val="1200"/>
              </a:spcAft>
              <a:buNone/>
            </a:pPr>
            <a:r>
              <a:t/>
            </a:r>
            <a:endParaRPr sz="16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09" name="Shape 109"/>
        <p:cNvGrpSpPr/>
        <p:nvPr/>
      </p:nvGrpSpPr>
      <p:grpSpPr>
        <a:xfrm>
          <a:off x="0" y="0"/>
          <a:ext cx="0" cy="0"/>
          <a:chOff x="0" y="0"/>
          <a:chExt cx="0" cy="0"/>
        </a:xfrm>
      </p:grpSpPr>
      <p:sp>
        <p:nvSpPr>
          <p:cNvPr id="110" name="Google Shape;110;p19"/>
          <p:cNvSpPr txBox="1"/>
          <p:nvPr>
            <p:ph idx="4294967295" type="title"/>
          </p:nvPr>
        </p:nvSpPr>
        <p:spPr>
          <a:xfrm>
            <a:off x="2400250" y="575950"/>
            <a:ext cx="6321600" cy="635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Architecture Overview</a:t>
            </a:r>
            <a:endParaRPr/>
          </a:p>
        </p:txBody>
      </p:sp>
      <p:pic>
        <p:nvPicPr>
          <p:cNvPr id="111" name="Google Shape;111;p19"/>
          <p:cNvPicPr preferRelativeResize="0"/>
          <p:nvPr/>
        </p:nvPicPr>
        <p:blipFill>
          <a:blip r:embed="rId3">
            <a:alphaModFix/>
          </a:blip>
          <a:stretch>
            <a:fillRect/>
          </a:stretch>
        </p:blipFill>
        <p:spPr>
          <a:xfrm>
            <a:off x="152400" y="1363750"/>
            <a:ext cx="8839204" cy="2300437"/>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descr="Background pointer shape in timeline graphic" id="116" name="Google Shape;116;p20"/>
          <p:cNvSpPr/>
          <p:nvPr/>
        </p:nvSpPr>
        <p:spPr>
          <a:xfrm>
            <a:off x="340934" y="2199000"/>
            <a:ext cx="1872300" cy="745500"/>
          </a:xfrm>
          <a:prstGeom prst="homePlate">
            <a:avLst>
              <a:gd fmla="val 50000" name="adj"/>
            </a:avLst>
          </a:prstGeom>
          <a:solidFill>
            <a:schemeClr val="dk1"/>
          </a:solidFill>
          <a:ln cap="flat" cmpd="sng" w="9525">
            <a:solidFill>
              <a:schemeClr val="lt1"/>
            </a:solidFill>
            <a:prstDash val="solid"/>
            <a:round/>
            <a:headEnd len="sm" w="sm" type="none"/>
            <a:tailEnd len="sm" w="sm" type="none"/>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a:p>
        </p:txBody>
      </p:sp>
      <p:sp>
        <p:nvSpPr>
          <p:cNvPr id="117" name="Google Shape;117;p20"/>
          <p:cNvSpPr txBox="1"/>
          <p:nvPr>
            <p:ph idx="4294967295" type="body"/>
          </p:nvPr>
        </p:nvSpPr>
        <p:spPr>
          <a:xfrm>
            <a:off x="340923" y="2336550"/>
            <a:ext cx="1455600" cy="470400"/>
          </a:xfrm>
          <a:prstGeom prst="rect">
            <a:avLst/>
          </a:prstGeom>
        </p:spPr>
        <p:txBody>
          <a:bodyPr anchorCtr="0" anchor="ctr" bIns="91425" lIns="91425" spcFirstLastPara="1" rIns="91425" wrap="square" tIns="91425">
            <a:noAutofit/>
          </a:bodyPr>
          <a:lstStyle/>
          <a:p>
            <a:pPr indent="0" lvl="0" marL="0" rtl="0" algn="ctr">
              <a:lnSpc>
                <a:spcPct val="100000"/>
              </a:lnSpc>
              <a:spcBef>
                <a:spcPts val="0"/>
              </a:spcBef>
              <a:spcAft>
                <a:spcPts val="0"/>
              </a:spcAft>
              <a:buNone/>
            </a:pPr>
            <a:r>
              <a:rPr b="1" lang="en" sz="1600">
                <a:solidFill>
                  <a:schemeClr val="lt1"/>
                </a:solidFill>
              </a:rPr>
              <a:t>Step 1 Extract</a:t>
            </a:r>
            <a:endParaRPr b="1" sz="1600">
              <a:solidFill>
                <a:schemeClr val="lt1"/>
              </a:solidFill>
            </a:endParaRPr>
          </a:p>
        </p:txBody>
      </p:sp>
      <p:grpSp>
        <p:nvGrpSpPr>
          <p:cNvPr id="118" name="Google Shape;118;p20"/>
          <p:cNvGrpSpPr/>
          <p:nvPr/>
        </p:nvGrpSpPr>
        <p:grpSpPr>
          <a:xfrm>
            <a:off x="969270" y="1610215"/>
            <a:ext cx="198900" cy="593656"/>
            <a:chOff x="777447" y="1610215"/>
            <a:chExt cx="198900" cy="593656"/>
          </a:xfrm>
        </p:grpSpPr>
        <p:cxnSp>
          <p:nvCxnSpPr>
            <p:cNvPr id="119" name="Google Shape;119;p20"/>
            <p:cNvCxnSpPr/>
            <p:nvPr/>
          </p:nvCxnSpPr>
          <p:spPr>
            <a:xfrm>
              <a:off x="876909" y="1649171"/>
              <a:ext cx="0" cy="554700"/>
            </a:xfrm>
            <a:prstGeom prst="straightConnector1">
              <a:avLst/>
            </a:prstGeom>
            <a:noFill/>
            <a:ln cap="flat" cmpd="sng" w="9525">
              <a:solidFill>
                <a:schemeClr val="dk2"/>
              </a:solidFill>
              <a:prstDash val="solid"/>
              <a:round/>
              <a:headEnd len="sm" w="sm" type="none"/>
              <a:tailEnd len="sm" w="sm" type="none"/>
            </a:ln>
          </p:spPr>
        </p:cxnSp>
        <p:sp>
          <p:nvSpPr>
            <p:cNvPr id="120" name="Google Shape;120;p20"/>
            <p:cNvSpPr/>
            <p:nvPr/>
          </p:nvSpPr>
          <p:spPr>
            <a:xfrm>
              <a:off x="777447" y="1610215"/>
              <a:ext cx="198900" cy="1989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21" name="Google Shape;121;p20"/>
          <p:cNvSpPr txBox="1"/>
          <p:nvPr>
            <p:ph idx="4294967295" type="body"/>
          </p:nvPr>
        </p:nvSpPr>
        <p:spPr>
          <a:xfrm>
            <a:off x="318375" y="385667"/>
            <a:ext cx="2242800" cy="9063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n" sz="1600"/>
              <a:t>Read the IMDB CSV using a YAML config. Load raw rows into a pandas DataFrame.</a:t>
            </a:r>
            <a:endParaRPr sz="1600"/>
          </a:p>
        </p:txBody>
      </p:sp>
      <p:sp>
        <p:nvSpPr>
          <p:cNvPr descr="Background pointer shape in timeline graphic" id="122" name="Google Shape;122;p20"/>
          <p:cNvSpPr/>
          <p:nvPr/>
        </p:nvSpPr>
        <p:spPr>
          <a:xfrm>
            <a:off x="1817054" y="2199000"/>
            <a:ext cx="2051100" cy="745500"/>
          </a:xfrm>
          <a:prstGeom prst="chevron">
            <a:avLst>
              <a:gd fmla="val 50000" name="adj"/>
            </a:avLst>
          </a:prstGeom>
          <a:solidFill>
            <a:schemeClr val="dk1"/>
          </a:solidFill>
          <a:ln cap="flat" cmpd="sng" w="9525">
            <a:solidFill>
              <a:schemeClr val="lt1"/>
            </a:solidFill>
            <a:prstDash val="solid"/>
            <a:round/>
            <a:headEnd len="sm" w="sm" type="none"/>
            <a:tailEnd len="sm" w="sm" type="none"/>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a:p>
        </p:txBody>
      </p:sp>
      <p:sp>
        <p:nvSpPr>
          <p:cNvPr id="123" name="Google Shape;123;p20"/>
          <p:cNvSpPr txBox="1"/>
          <p:nvPr>
            <p:ph idx="4294967295" type="body"/>
          </p:nvPr>
        </p:nvSpPr>
        <p:spPr>
          <a:xfrm>
            <a:off x="2126317" y="2336550"/>
            <a:ext cx="1315500" cy="470400"/>
          </a:xfrm>
          <a:prstGeom prst="rect">
            <a:avLst/>
          </a:prstGeom>
        </p:spPr>
        <p:txBody>
          <a:bodyPr anchorCtr="0" anchor="ctr" bIns="91425" lIns="91425" spcFirstLastPara="1" rIns="91425" wrap="square" tIns="91425">
            <a:noAutofit/>
          </a:bodyPr>
          <a:lstStyle/>
          <a:p>
            <a:pPr indent="0" lvl="0" marL="0" rtl="0" algn="ctr">
              <a:lnSpc>
                <a:spcPct val="100000"/>
              </a:lnSpc>
              <a:spcBef>
                <a:spcPts val="0"/>
              </a:spcBef>
              <a:spcAft>
                <a:spcPts val="0"/>
              </a:spcAft>
              <a:buNone/>
            </a:pPr>
            <a:r>
              <a:rPr b="1" lang="en" sz="1600">
                <a:solidFill>
                  <a:schemeClr val="lt1"/>
                </a:solidFill>
              </a:rPr>
              <a:t>Step 2 Validate</a:t>
            </a:r>
            <a:endParaRPr b="1" sz="1600">
              <a:solidFill>
                <a:schemeClr val="lt1"/>
              </a:solidFill>
            </a:endParaRPr>
          </a:p>
        </p:txBody>
      </p:sp>
      <p:grpSp>
        <p:nvGrpSpPr>
          <p:cNvPr id="124" name="Google Shape;124;p20"/>
          <p:cNvGrpSpPr/>
          <p:nvPr/>
        </p:nvGrpSpPr>
        <p:grpSpPr>
          <a:xfrm>
            <a:off x="2684632" y="2938958"/>
            <a:ext cx="198900" cy="593656"/>
            <a:chOff x="2223534" y="2938958"/>
            <a:chExt cx="198900" cy="593656"/>
          </a:xfrm>
        </p:grpSpPr>
        <p:cxnSp>
          <p:nvCxnSpPr>
            <p:cNvPr id="125" name="Google Shape;125;p20"/>
            <p:cNvCxnSpPr/>
            <p:nvPr/>
          </p:nvCxnSpPr>
          <p:spPr>
            <a:xfrm rot="10800000">
              <a:off x="2322997" y="2938958"/>
              <a:ext cx="0" cy="554700"/>
            </a:xfrm>
            <a:prstGeom prst="straightConnector1">
              <a:avLst/>
            </a:prstGeom>
            <a:noFill/>
            <a:ln cap="flat" cmpd="sng" w="9525">
              <a:solidFill>
                <a:schemeClr val="dk2"/>
              </a:solidFill>
              <a:prstDash val="solid"/>
              <a:round/>
              <a:headEnd len="sm" w="sm" type="none"/>
              <a:tailEnd len="sm" w="sm" type="none"/>
            </a:ln>
          </p:spPr>
        </p:cxnSp>
        <p:sp>
          <p:nvSpPr>
            <p:cNvPr id="126" name="Google Shape;126;p20"/>
            <p:cNvSpPr/>
            <p:nvPr/>
          </p:nvSpPr>
          <p:spPr>
            <a:xfrm flipH="1" rot="10800000">
              <a:off x="2223534" y="3333714"/>
              <a:ext cx="198900" cy="1989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27" name="Google Shape;127;p20"/>
          <p:cNvSpPr txBox="1"/>
          <p:nvPr>
            <p:ph idx="4294967295" type="body"/>
          </p:nvPr>
        </p:nvSpPr>
        <p:spPr>
          <a:xfrm>
            <a:off x="1229174" y="3664625"/>
            <a:ext cx="2417400" cy="9063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n" sz="1600"/>
              <a:t>Check required fields (Title, Year, Rating, Votes). Validate numeric columns like Runtime, Revenue, Metascore.</a:t>
            </a:r>
            <a:endParaRPr sz="1600"/>
          </a:p>
        </p:txBody>
      </p:sp>
      <p:sp>
        <p:nvSpPr>
          <p:cNvPr descr="Background pointer shape in timeline graphic" id="128" name="Google Shape;128;p20"/>
          <p:cNvSpPr/>
          <p:nvPr/>
        </p:nvSpPr>
        <p:spPr>
          <a:xfrm>
            <a:off x="3471973" y="2199000"/>
            <a:ext cx="2051100" cy="745500"/>
          </a:xfrm>
          <a:prstGeom prst="chevron">
            <a:avLst>
              <a:gd fmla="val 50000" name="adj"/>
            </a:avLst>
          </a:prstGeom>
          <a:solidFill>
            <a:schemeClr val="dk1"/>
          </a:solidFill>
          <a:ln cap="flat" cmpd="sng" w="9525">
            <a:solidFill>
              <a:schemeClr val="lt1"/>
            </a:solidFill>
            <a:prstDash val="solid"/>
            <a:round/>
            <a:headEnd len="sm" w="sm" type="none"/>
            <a:tailEnd len="sm" w="sm" type="none"/>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a:p>
        </p:txBody>
      </p:sp>
      <p:sp>
        <p:nvSpPr>
          <p:cNvPr id="129" name="Google Shape;129;p20"/>
          <p:cNvSpPr txBox="1"/>
          <p:nvPr>
            <p:ph idx="4294967295" type="body"/>
          </p:nvPr>
        </p:nvSpPr>
        <p:spPr>
          <a:xfrm>
            <a:off x="3767755" y="2336550"/>
            <a:ext cx="1315500" cy="470400"/>
          </a:xfrm>
          <a:prstGeom prst="rect">
            <a:avLst/>
          </a:prstGeom>
        </p:spPr>
        <p:txBody>
          <a:bodyPr anchorCtr="0" anchor="ctr" bIns="91425" lIns="91425" spcFirstLastPara="1" rIns="91425" wrap="square" tIns="91425">
            <a:noAutofit/>
          </a:bodyPr>
          <a:lstStyle/>
          <a:p>
            <a:pPr indent="0" lvl="0" marL="0" rtl="0" algn="ctr">
              <a:lnSpc>
                <a:spcPct val="100000"/>
              </a:lnSpc>
              <a:spcBef>
                <a:spcPts val="0"/>
              </a:spcBef>
              <a:spcAft>
                <a:spcPts val="0"/>
              </a:spcAft>
              <a:buNone/>
            </a:pPr>
            <a:r>
              <a:rPr b="1" lang="en" sz="1600">
                <a:solidFill>
                  <a:schemeClr val="lt1"/>
                </a:solidFill>
              </a:rPr>
              <a:t>Step 3  Clean</a:t>
            </a:r>
            <a:endParaRPr b="1" sz="1600">
              <a:solidFill>
                <a:schemeClr val="lt1"/>
              </a:solidFill>
            </a:endParaRPr>
          </a:p>
        </p:txBody>
      </p:sp>
      <p:grpSp>
        <p:nvGrpSpPr>
          <p:cNvPr id="130" name="Google Shape;130;p20"/>
          <p:cNvGrpSpPr/>
          <p:nvPr/>
        </p:nvGrpSpPr>
        <p:grpSpPr>
          <a:xfrm>
            <a:off x="4319545" y="1610215"/>
            <a:ext cx="198900" cy="593656"/>
            <a:chOff x="3918084" y="1610215"/>
            <a:chExt cx="198900" cy="593656"/>
          </a:xfrm>
        </p:grpSpPr>
        <p:cxnSp>
          <p:nvCxnSpPr>
            <p:cNvPr id="131" name="Google Shape;131;p20"/>
            <p:cNvCxnSpPr/>
            <p:nvPr/>
          </p:nvCxnSpPr>
          <p:spPr>
            <a:xfrm>
              <a:off x="4017546" y="1649171"/>
              <a:ext cx="0" cy="554700"/>
            </a:xfrm>
            <a:prstGeom prst="straightConnector1">
              <a:avLst/>
            </a:prstGeom>
            <a:noFill/>
            <a:ln cap="flat" cmpd="sng" w="9525">
              <a:solidFill>
                <a:schemeClr val="dk2"/>
              </a:solidFill>
              <a:prstDash val="solid"/>
              <a:round/>
              <a:headEnd len="sm" w="sm" type="none"/>
              <a:tailEnd len="sm" w="sm" type="none"/>
            </a:ln>
          </p:spPr>
        </p:cxnSp>
        <p:sp>
          <p:nvSpPr>
            <p:cNvPr id="132" name="Google Shape;132;p20"/>
            <p:cNvSpPr/>
            <p:nvPr/>
          </p:nvSpPr>
          <p:spPr>
            <a:xfrm>
              <a:off x="3918084" y="1610215"/>
              <a:ext cx="198900" cy="1989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33" name="Google Shape;133;p20"/>
          <p:cNvSpPr txBox="1"/>
          <p:nvPr>
            <p:ph idx="4294967295" type="body"/>
          </p:nvPr>
        </p:nvSpPr>
        <p:spPr>
          <a:xfrm>
            <a:off x="3288825" y="292825"/>
            <a:ext cx="2417400" cy="10920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n" sz="1600"/>
              <a:t>Standardize Genres and Actors. Convert numbers to proper types and fix inconsistent values.</a:t>
            </a:r>
            <a:endParaRPr sz="1600"/>
          </a:p>
        </p:txBody>
      </p:sp>
      <p:sp>
        <p:nvSpPr>
          <p:cNvPr descr="Background pointer shape in timeline graphic" id="134" name="Google Shape;134;p20"/>
          <p:cNvSpPr/>
          <p:nvPr/>
        </p:nvSpPr>
        <p:spPr>
          <a:xfrm>
            <a:off x="5126893" y="2199000"/>
            <a:ext cx="2051100" cy="745500"/>
          </a:xfrm>
          <a:prstGeom prst="chevron">
            <a:avLst>
              <a:gd fmla="val 50000" name="adj"/>
            </a:avLst>
          </a:prstGeom>
          <a:solidFill>
            <a:schemeClr val="dk1"/>
          </a:solidFill>
          <a:ln cap="flat" cmpd="sng" w="9525">
            <a:solidFill>
              <a:schemeClr val="lt1"/>
            </a:solidFill>
            <a:prstDash val="solid"/>
            <a:round/>
            <a:headEnd len="sm" w="sm" type="none"/>
            <a:tailEnd len="sm" w="sm" type="none"/>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a:p>
        </p:txBody>
      </p:sp>
      <p:sp>
        <p:nvSpPr>
          <p:cNvPr id="135" name="Google Shape;135;p20"/>
          <p:cNvSpPr txBox="1"/>
          <p:nvPr>
            <p:ph idx="4294967295" type="body"/>
          </p:nvPr>
        </p:nvSpPr>
        <p:spPr>
          <a:xfrm>
            <a:off x="5416699" y="2336550"/>
            <a:ext cx="1315500" cy="470400"/>
          </a:xfrm>
          <a:prstGeom prst="rect">
            <a:avLst/>
          </a:prstGeom>
        </p:spPr>
        <p:txBody>
          <a:bodyPr anchorCtr="0" anchor="ctr" bIns="91425" lIns="91425" spcFirstLastPara="1" rIns="91425" wrap="square" tIns="91425">
            <a:noAutofit/>
          </a:bodyPr>
          <a:lstStyle/>
          <a:p>
            <a:pPr indent="0" lvl="0" marL="0" rtl="0" algn="ctr">
              <a:lnSpc>
                <a:spcPct val="100000"/>
              </a:lnSpc>
              <a:spcBef>
                <a:spcPts val="0"/>
              </a:spcBef>
              <a:spcAft>
                <a:spcPts val="0"/>
              </a:spcAft>
              <a:buNone/>
            </a:pPr>
            <a:r>
              <a:rPr b="1" lang="en" sz="1600">
                <a:solidFill>
                  <a:schemeClr val="lt1"/>
                </a:solidFill>
              </a:rPr>
              <a:t>Step 4 </a:t>
            </a:r>
            <a:endParaRPr b="1" sz="1600">
              <a:solidFill>
                <a:schemeClr val="lt1"/>
              </a:solidFill>
            </a:endParaRPr>
          </a:p>
          <a:p>
            <a:pPr indent="0" lvl="0" marL="0" rtl="0" algn="ctr">
              <a:lnSpc>
                <a:spcPct val="100000"/>
              </a:lnSpc>
              <a:spcBef>
                <a:spcPts val="0"/>
              </a:spcBef>
              <a:spcAft>
                <a:spcPts val="0"/>
              </a:spcAft>
              <a:buNone/>
            </a:pPr>
            <a:r>
              <a:rPr b="1" lang="en" sz="1600">
                <a:solidFill>
                  <a:schemeClr val="lt1"/>
                </a:solidFill>
              </a:rPr>
              <a:t>Load</a:t>
            </a:r>
            <a:endParaRPr b="1" sz="1600">
              <a:solidFill>
                <a:schemeClr val="lt1"/>
              </a:solidFill>
            </a:endParaRPr>
          </a:p>
        </p:txBody>
      </p:sp>
      <p:grpSp>
        <p:nvGrpSpPr>
          <p:cNvPr id="136" name="Google Shape;136;p20"/>
          <p:cNvGrpSpPr/>
          <p:nvPr/>
        </p:nvGrpSpPr>
        <p:grpSpPr>
          <a:xfrm>
            <a:off x="5973070" y="2938958"/>
            <a:ext cx="198900" cy="593656"/>
            <a:chOff x="5958946" y="2938958"/>
            <a:chExt cx="198900" cy="593656"/>
          </a:xfrm>
        </p:grpSpPr>
        <p:cxnSp>
          <p:nvCxnSpPr>
            <p:cNvPr id="137" name="Google Shape;137;p20"/>
            <p:cNvCxnSpPr/>
            <p:nvPr/>
          </p:nvCxnSpPr>
          <p:spPr>
            <a:xfrm rot="10800000">
              <a:off x="6058409" y="2938958"/>
              <a:ext cx="0" cy="554700"/>
            </a:xfrm>
            <a:prstGeom prst="straightConnector1">
              <a:avLst/>
            </a:prstGeom>
            <a:noFill/>
            <a:ln cap="flat" cmpd="sng" w="9525">
              <a:solidFill>
                <a:schemeClr val="dk2"/>
              </a:solidFill>
              <a:prstDash val="solid"/>
              <a:round/>
              <a:headEnd len="sm" w="sm" type="none"/>
              <a:tailEnd len="sm" w="sm" type="none"/>
            </a:ln>
          </p:spPr>
        </p:cxnSp>
        <p:sp>
          <p:nvSpPr>
            <p:cNvPr id="138" name="Google Shape;138;p20"/>
            <p:cNvSpPr/>
            <p:nvPr/>
          </p:nvSpPr>
          <p:spPr>
            <a:xfrm flipH="1" rot="10800000">
              <a:off x="5958946" y="3333714"/>
              <a:ext cx="198900" cy="1989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39" name="Google Shape;139;p20"/>
          <p:cNvSpPr txBox="1"/>
          <p:nvPr>
            <p:ph idx="4294967295" type="body"/>
          </p:nvPr>
        </p:nvSpPr>
        <p:spPr>
          <a:xfrm>
            <a:off x="5126900" y="3757725"/>
            <a:ext cx="3608100" cy="12357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n" sz="1600"/>
              <a:t>Write data to PostgreSQL using Bronze (raw), and Silver (cleaned), tables. Log the run and send invalid rows to the Rejects table.</a:t>
            </a:r>
            <a:endParaRPr sz="1600"/>
          </a:p>
        </p:txBody>
      </p:sp>
      <p:sp>
        <p:nvSpPr>
          <p:cNvPr id="140" name="Google Shape;140;p20"/>
          <p:cNvSpPr txBox="1"/>
          <p:nvPr/>
        </p:nvSpPr>
        <p:spPr>
          <a:xfrm>
            <a:off x="6097175" y="329250"/>
            <a:ext cx="2839800" cy="1481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900">
                <a:solidFill>
                  <a:schemeClr val="dk1"/>
                </a:solidFill>
                <a:latin typeface="Impact"/>
                <a:ea typeface="Impact"/>
                <a:cs typeface="Impact"/>
                <a:sym typeface="Impact"/>
              </a:rPr>
              <a:t>Implementation ETL Pipeline Steps</a:t>
            </a:r>
            <a:endParaRPr sz="2900">
              <a:solidFill>
                <a:schemeClr val="dk1"/>
              </a:solidFill>
              <a:latin typeface="Impact"/>
              <a:ea typeface="Impact"/>
              <a:cs typeface="Impact"/>
              <a:sym typeface="Impact"/>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p21"/>
          <p:cNvSpPr txBox="1"/>
          <p:nvPr>
            <p:ph type="title"/>
          </p:nvPr>
        </p:nvSpPr>
        <p:spPr>
          <a:xfrm>
            <a:off x="265500" y="1912650"/>
            <a:ext cx="4045200" cy="1318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Challenges</a:t>
            </a:r>
            <a:endParaRPr/>
          </a:p>
        </p:txBody>
      </p:sp>
      <p:sp>
        <p:nvSpPr>
          <p:cNvPr id="146" name="Google Shape;146;p21"/>
          <p:cNvSpPr txBox="1"/>
          <p:nvPr>
            <p:ph idx="2" type="body"/>
          </p:nvPr>
        </p:nvSpPr>
        <p:spPr>
          <a:xfrm>
            <a:off x="4839900" y="83250"/>
            <a:ext cx="4304100" cy="4977000"/>
          </a:xfrm>
          <a:prstGeom prst="rect">
            <a:avLst/>
          </a:prstGeom>
        </p:spPr>
        <p:txBody>
          <a:bodyPr anchorCtr="0" anchor="ctr" bIns="91425" lIns="91425" spcFirstLastPara="1" rIns="91425" wrap="square" tIns="91425">
            <a:noAutofit/>
          </a:bodyPr>
          <a:lstStyle/>
          <a:p>
            <a:pPr indent="0" lvl="0" marL="0" rtl="0" algn="l">
              <a:spcBef>
                <a:spcPts val="1200"/>
              </a:spcBef>
              <a:spcAft>
                <a:spcPts val="0"/>
              </a:spcAft>
              <a:buClr>
                <a:schemeClr val="dk2"/>
              </a:buClr>
              <a:buSzPts val="1100"/>
              <a:buFont typeface="Arial"/>
              <a:buNone/>
            </a:pPr>
            <a:r>
              <a:rPr b="1" lang="en" sz="1100">
                <a:solidFill>
                  <a:schemeClr val="dk2"/>
                </a:solidFill>
                <a:latin typeface="Arial"/>
                <a:ea typeface="Arial"/>
                <a:cs typeface="Arial"/>
                <a:sym typeface="Arial"/>
              </a:rPr>
              <a:t>1. Inconsistent source data</a:t>
            </a:r>
            <a:endParaRPr b="1" sz="1100">
              <a:solidFill>
                <a:schemeClr val="dk2"/>
              </a:solidFill>
              <a:latin typeface="Arial"/>
              <a:ea typeface="Arial"/>
              <a:cs typeface="Arial"/>
              <a:sym typeface="Arial"/>
            </a:endParaRPr>
          </a:p>
          <a:p>
            <a:pPr indent="-298450" lvl="0" marL="457200" rtl="0" algn="l">
              <a:spcBef>
                <a:spcPts val="1200"/>
              </a:spcBef>
              <a:spcAft>
                <a:spcPts val="0"/>
              </a:spcAft>
              <a:buClr>
                <a:schemeClr val="dk2"/>
              </a:buClr>
              <a:buSzPts val="1100"/>
              <a:buFont typeface="Arial"/>
              <a:buChar char="●"/>
            </a:pPr>
            <a:r>
              <a:rPr lang="en" sz="1100">
                <a:solidFill>
                  <a:schemeClr val="dk2"/>
                </a:solidFill>
                <a:latin typeface="Arial"/>
                <a:ea typeface="Arial"/>
                <a:cs typeface="Arial"/>
                <a:sym typeface="Arial"/>
              </a:rPr>
              <a:t>Missing revenue/metascore values</a:t>
            </a:r>
            <a:endParaRPr sz="1100">
              <a:solidFill>
                <a:schemeClr val="dk2"/>
              </a:solidFill>
              <a:latin typeface="Arial"/>
              <a:ea typeface="Arial"/>
              <a:cs typeface="Arial"/>
              <a:sym typeface="Arial"/>
            </a:endParaRPr>
          </a:p>
          <a:p>
            <a:pPr indent="-298450" lvl="0" marL="457200" rtl="0" algn="l">
              <a:spcBef>
                <a:spcPts val="0"/>
              </a:spcBef>
              <a:spcAft>
                <a:spcPts val="0"/>
              </a:spcAft>
              <a:buClr>
                <a:schemeClr val="dk2"/>
              </a:buClr>
              <a:buSzPts val="1100"/>
              <a:buFont typeface="Arial"/>
              <a:buChar char="●"/>
            </a:pPr>
            <a:r>
              <a:rPr lang="en" sz="1100">
                <a:solidFill>
                  <a:schemeClr val="dk2"/>
                </a:solidFill>
                <a:latin typeface="Arial"/>
                <a:ea typeface="Arial"/>
                <a:cs typeface="Arial"/>
                <a:sym typeface="Arial"/>
              </a:rPr>
              <a:t>Genres and actors formatted differently</a:t>
            </a:r>
            <a:endParaRPr sz="1100">
              <a:solidFill>
                <a:schemeClr val="dk2"/>
              </a:solidFill>
              <a:latin typeface="Arial"/>
              <a:ea typeface="Arial"/>
              <a:cs typeface="Arial"/>
              <a:sym typeface="Arial"/>
            </a:endParaRPr>
          </a:p>
          <a:p>
            <a:pPr indent="-298450" lvl="0" marL="457200" rtl="0" algn="l">
              <a:spcBef>
                <a:spcPts val="0"/>
              </a:spcBef>
              <a:spcAft>
                <a:spcPts val="0"/>
              </a:spcAft>
              <a:buClr>
                <a:schemeClr val="dk2"/>
              </a:buClr>
              <a:buSzPts val="1100"/>
              <a:buFont typeface="Arial"/>
              <a:buChar char="●"/>
            </a:pPr>
            <a:r>
              <a:rPr b="1" lang="en" sz="1100">
                <a:solidFill>
                  <a:schemeClr val="dk2"/>
                </a:solidFill>
                <a:latin typeface="Arial"/>
                <a:ea typeface="Arial"/>
                <a:cs typeface="Arial"/>
                <a:sym typeface="Arial"/>
              </a:rPr>
              <a:t>Solution:</a:t>
            </a:r>
            <a:r>
              <a:rPr lang="en" sz="1100">
                <a:solidFill>
                  <a:schemeClr val="dk2"/>
                </a:solidFill>
                <a:latin typeface="Arial"/>
                <a:ea typeface="Arial"/>
                <a:cs typeface="Arial"/>
                <a:sym typeface="Arial"/>
              </a:rPr>
              <a:t> Apply schema-based validation and cleaning logic, sending bad rows into a dedicated Rejects table for review.</a:t>
            </a:r>
            <a:endParaRPr sz="1100">
              <a:solidFill>
                <a:schemeClr val="dk2"/>
              </a:solidFill>
              <a:latin typeface="Arial"/>
              <a:ea typeface="Arial"/>
              <a:cs typeface="Arial"/>
              <a:sym typeface="Arial"/>
            </a:endParaRPr>
          </a:p>
          <a:p>
            <a:pPr indent="0" lvl="0" marL="0" rtl="0" algn="l">
              <a:spcBef>
                <a:spcPts val="1200"/>
              </a:spcBef>
              <a:spcAft>
                <a:spcPts val="0"/>
              </a:spcAft>
              <a:buNone/>
            </a:pPr>
            <a:r>
              <a:rPr b="1" lang="en" sz="1100">
                <a:solidFill>
                  <a:schemeClr val="dk2"/>
                </a:solidFill>
                <a:latin typeface="Arial"/>
                <a:ea typeface="Arial"/>
                <a:cs typeface="Arial"/>
                <a:sym typeface="Arial"/>
              </a:rPr>
              <a:t>2. Designing Bronze / Silver </a:t>
            </a:r>
            <a:endParaRPr b="1" sz="1100">
              <a:solidFill>
                <a:schemeClr val="dk2"/>
              </a:solidFill>
              <a:latin typeface="Arial"/>
              <a:ea typeface="Arial"/>
              <a:cs typeface="Arial"/>
              <a:sym typeface="Arial"/>
            </a:endParaRPr>
          </a:p>
          <a:p>
            <a:pPr indent="-298450" lvl="0" marL="457200" rtl="0" algn="l">
              <a:spcBef>
                <a:spcPts val="1200"/>
              </a:spcBef>
              <a:spcAft>
                <a:spcPts val="0"/>
              </a:spcAft>
              <a:buClr>
                <a:schemeClr val="dk2"/>
              </a:buClr>
              <a:buSzPts val="1100"/>
              <a:buFont typeface="Arial"/>
              <a:buChar char="●"/>
            </a:pPr>
            <a:r>
              <a:rPr lang="en" sz="1100">
                <a:solidFill>
                  <a:schemeClr val="dk2"/>
                </a:solidFill>
                <a:latin typeface="Arial"/>
                <a:ea typeface="Arial"/>
                <a:cs typeface="Arial"/>
                <a:sym typeface="Arial"/>
              </a:rPr>
              <a:t>Choosing schemas for each layer</a:t>
            </a:r>
            <a:endParaRPr sz="1100">
              <a:solidFill>
                <a:schemeClr val="dk2"/>
              </a:solidFill>
              <a:latin typeface="Arial"/>
              <a:ea typeface="Arial"/>
              <a:cs typeface="Arial"/>
              <a:sym typeface="Arial"/>
            </a:endParaRPr>
          </a:p>
          <a:p>
            <a:pPr indent="-298450" lvl="0" marL="457200" rtl="0" algn="l">
              <a:spcBef>
                <a:spcPts val="0"/>
              </a:spcBef>
              <a:spcAft>
                <a:spcPts val="0"/>
              </a:spcAft>
              <a:buClr>
                <a:schemeClr val="dk2"/>
              </a:buClr>
              <a:buSzPts val="1100"/>
              <a:buFont typeface="Arial"/>
              <a:buChar char="●"/>
            </a:pPr>
            <a:r>
              <a:rPr lang="en" sz="1100">
                <a:solidFill>
                  <a:schemeClr val="dk2"/>
                </a:solidFill>
                <a:latin typeface="Arial"/>
                <a:ea typeface="Arial"/>
                <a:cs typeface="Arial"/>
                <a:sym typeface="Arial"/>
              </a:rPr>
              <a:t>Keeping transformations consistent</a:t>
            </a:r>
            <a:endParaRPr sz="1100">
              <a:solidFill>
                <a:schemeClr val="dk2"/>
              </a:solidFill>
              <a:latin typeface="Arial"/>
              <a:ea typeface="Arial"/>
              <a:cs typeface="Arial"/>
              <a:sym typeface="Arial"/>
            </a:endParaRPr>
          </a:p>
          <a:p>
            <a:pPr indent="-298450" lvl="0" marL="457200" rtl="0" algn="l">
              <a:spcBef>
                <a:spcPts val="0"/>
              </a:spcBef>
              <a:spcAft>
                <a:spcPts val="0"/>
              </a:spcAft>
              <a:buClr>
                <a:schemeClr val="dk2"/>
              </a:buClr>
              <a:buSzPts val="1100"/>
              <a:buFont typeface="Arial"/>
              <a:buChar char="●"/>
            </a:pPr>
            <a:r>
              <a:rPr b="1" lang="en" sz="1100">
                <a:solidFill>
                  <a:schemeClr val="dk2"/>
                </a:solidFill>
                <a:latin typeface="Arial"/>
                <a:ea typeface="Arial"/>
                <a:cs typeface="Arial"/>
                <a:sym typeface="Arial"/>
              </a:rPr>
              <a:t>Solution:</a:t>
            </a:r>
            <a:r>
              <a:rPr lang="en" sz="1100">
                <a:solidFill>
                  <a:schemeClr val="dk2"/>
                </a:solidFill>
                <a:latin typeface="Arial"/>
                <a:ea typeface="Arial"/>
                <a:cs typeface="Arial"/>
                <a:sym typeface="Arial"/>
              </a:rPr>
              <a:t> Define clear schemas and roles for each layer and drive them from YAML configs so the design stays consistent and repeatable.</a:t>
            </a:r>
            <a:endParaRPr sz="1100">
              <a:solidFill>
                <a:schemeClr val="dk2"/>
              </a:solidFill>
              <a:latin typeface="Arial"/>
              <a:ea typeface="Arial"/>
              <a:cs typeface="Arial"/>
              <a:sym typeface="Arial"/>
            </a:endParaRPr>
          </a:p>
          <a:p>
            <a:pPr indent="0" lvl="0" marL="0" rtl="0" algn="l">
              <a:spcBef>
                <a:spcPts val="1200"/>
              </a:spcBef>
              <a:spcAft>
                <a:spcPts val="0"/>
              </a:spcAft>
              <a:buNone/>
            </a:pPr>
            <a:r>
              <a:rPr b="1" lang="en" sz="1100">
                <a:solidFill>
                  <a:schemeClr val="dk2"/>
                </a:solidFill>
                <a:latin typeface="Arial"/>
                <a:ea typeface="Arial"/>
                <a:cs typeface="Arial"/>
                <a:sym typeface="Arial"/>
              </a:rPr>
              <a:t>3. Idempotent &amp; observable pipeline</a:t>
            </a:r>
            <a:endParaRPr b="1" sz="1100">
              <a:solidFill>
                <a:schemeClr val="dk2"/>
              </a:solidFill>
              <a:latin typeface="Arial"/>
              <a:ea typeface="Arial"/>
              <a:cs typeface="Arial"/>
              <a:sym typeface="Arial"/>
            </a:endParaRPr>
          </a:p>
          <a:p>
            <a:pPr indent="-298450" lvl="0" marL="457200" rtl="0" algn="l">
              <a:spcBef>
                <a:spcPts val="1200"/>
              </a:spcBef>
              <a:spcAft>
                <a:spcPts val="0"/>
              </a:spcAft>
              <a:buClr>
                <a:schemeClr val="dk2"/>
              </a:buClr>
              <a:buSzPts val="1100"/>
              <a:buFont typeface="Arial"/>
              <a:buChar char="●"/>
            </a:pPr>
            <a:r>
              <a:rPr lang="en" sz="1100">
                <a:solidFill>
                  <a:schemeClr val="dk2"/>
                </a:solidFill>
                <a:latin typeface="Arial"/>
                <a:ea typeface="Arial"/>
                <a:cs typeface="Arial"/>
                <a:sym typeface="Arial"/>
              </a:rPr>
              <a:t>Avoiding duplicate loads</a:t>
            </a:r>
            <a:endParaRPr sz="1100">
              <a:solidFill>
                <a:schemeClr val="dk2"/>
              </a:solidFill>
              <a:latin typeface="Arial"/>
              <a:ea typeface="Arial"/>
              <a:cs typeface="Arial"/>
              <a:sym typeface="Arial"/>
            </a:endParaRPr>
          </a:p>
          <a:p>
            <a:pPr indent="-298450" lvl="0" marL="457200" rtl="0" algn="l">
              <a:spcBef>
                <a:spcPts val="0"/>
              </a:spcBef>
              <a:spcAft>
                <a:spcPts val="0"/>
              </a:spcAft>
              <a:buClr>
                <a:schemeClr val="dk2"/>
              </a:buClr>
              <a:buSzPts val="1100"/>
              <a:buFont typeface="Arial"/>
              <a:buChar char="●"/>
            </a:pPr>
            <a:r>
              <a:rPr lang="en" sz="1100">
                <a:solidFill>
                  <a:schemeClr val="dk2"/>
                </a:solidFill>
                <a:latin typeface="Arial"/>
                <a:ea typeface="Arial"/>
                <a:cs typeface="Arial"/>
                <a:sym typeface="Arial"/>
              </a:rPr>
              <a:t>Logging runs and tracking rejected rows</a:t>
            </a:r>
            <a:endParaRPr sz="1100">
              <a:solidFill>
                <a:schemeClr val="dk2"/>
              </a:solidFill>
              <a:latin typeface="Arial"/>
              <a:ea typeface="Arial"/>
              <a:cs typeface="Arial"/>
              <a:sym typeface="Arial"/>
            </a:endParaRPr>
          </a:p>
          <a:p>
            <a:pPr indent="-298450" lvl="0" marL="457200" rtl="0" algn="l">
              <a:spcBef>
                <a:spcPts val="0"/>
              </a:spcBef>
              <a:spcAft>
                <a:spcPts val="0"/>
              </a:spcAft>
              <a:buClr>
                <a:schemeClr val="dk2"/>
              </a:buClr>
              <a:buSzPts val="1100"/>
              <a:buFont typeface="Arial"/>
              <a:buChar char="●"/>
            </a:pPr>
            <a:r>
              <a:rPr b="1" lang="en" sz="1100">
                <a:solidFill>
                  <a:schemeClr val="dk2"/>
                </a:solidFill>
                <a:latin typeface="Arial"/>
                <a:ea typeface="Arial"/>
                <a:cs typeface="Arial"/>
                <a:sym typeface="Arial"/>
              </a:rPr>
              <a:t>Solution:</a:t>
            </a:r>
            <a:r>
              <a:rPr lang="en" sz="1100">
                <a:solidFill>
                  <a:schemeClr val="dk2"/>
                </a:solidFill>
                <a:latin typeface="Arial"/>
                <a:ea typeface="Arial"/>
                <a:cs typeface="Arial"/>
                <a:sym typeface="Arial"/>
              </a:rPr>
              <a:t> Use run IDs, structured logging, and row-level reject tracking to make each run safe to re-execute and easy to debug.</a:t>
            </a:r>
            <a:endParaRPr sz="1100">
              <a:solidFill>
                <a:schemeClr val="dk2"/>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p22"/>
          <p:cNvSpPr txBox="1"/>
          <p:nvPr>
            <p:ph type="title"/>
          </p:nvPr>
        </p:nvSpPr>
        <p:spPr>
          <a:xfrm>
            <a:off x="406425" y="1806825"/>
            <a:ext cx="8296800" cy="15420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Post the project video demo</a:t>
            </a:r>
            <a:endParaRPr/>
          </a:p>
          <a:p>
            <a:pPr indent="0" lvl="0" marL="0" rtl="0" algn="ctr">
              <a:spcBef>
                <a:spcPts val="0"/>
              </a:spcBef>
              <a:spcAft>
                <a:spcPts val="0"/>
              </a:spcAft>
              <a:buNone/>
            </a:pPr>
            <a:r>
              <a:rPr lang="en"/>
              <a:t>How long should the video be  </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23"/>
          <p:cNvSpPr txBox="1"/>
          <p:nvPr>
            <p:ph type="title"/>
          </p:nvPr>
        </p:nvSpPr>
        <p:spPr>
          <a:xfrm>
            <a:off x="2400250" y="452350"/>
            <a:ext cx="6321600" cy="635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Future Enhancements</a:t>
            </a:r>
            <a:endParaRPr/>
          </a:p>
        </p:txBody>
      </p:sp>
      <p:sp>
        <p:nvSpPr>
          <p:cNvPr id="157" name="Google Shape;157;p23"/>
          <p:cNvSpPr txBox="1"/>
          <p:nvPr>
            <p:ph idx="1" type="body"/>
          </p:nvPr>
        </p:nvSpPr>
        <p:spPr>
          <a:xfrm>
            <a:off x="2400250" y="940075"/>
            <a:ext cx="6321600" cy="3727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2"/>
              </a:buClr>
              <a:buSzPts val="1100"/>
              <a:buFont typeface="Arial"/>
              <a:buNone/>
            </a:pPr>
            <a:r>
              <a:rPr b="1" lang="en" sz="1700">
                <a:latin typeface="Arial"/>
                <a:ea typeface="Arial"/>
                <a:cs typeface="Arial"/>
                <a:sym typeface="Arial"/>
              </a:rPr>
              <a:t>1. Add orchestration (Airflow / Prefect)</a:t>
            </a:r>
            <a:endParaRPr b="1" sz="1700">
              <a:latin typeface="Arial"/>
              <a:ea typeface="Arial"/>
              <a:cs typeface="Arial"/>
              <a:sym typeface="Arial"/>
            </a:endParaRPr>
          </a:p>
          <a:p>
            <a:pPr indent="-336550" lvl="0" marL="457200" rtl="0" algn="l">
              <a:spcBef>
                <a:spcPts val="0"/>
              </a:spcBef>
              <a:spcAft>
                <a:spcPts val="0"/>
              </a:spcAft>
              <a:buSzPts val="1700"/>
              <a:buFont typeface="Arial"/>
              <a:buChar char="●"/>
            </a:pPr>
            <a:r>
              <a:rPr lang="en" sz="1700">
                <a:latin typeface="Arial"/>
                <a:ea typeface="Arial"/>
                <a:cs typeface="Arial"/>
                <a:sym typeface="Arial"/>
              </a:rPr>
              <a:t>Automate scheduling, retries, notifications</a:t>
            </a:r>
            <a:endParaRPr sz="1700">
              <a:latin typeface="Arial"/>
              <a:ea typeface="Arial"/>
              <a:cs typeface="Arial"/>
              <a:sym typeface="Arial"/>
            </a:endParaRPr>
          </a:p>
          <a:p>
            <a:pPr indent="0" lvl="0" marL="0" rtl="0" algn="l">
              <a:spcBef>
                <a:spcPts val="0"/>
              </a:spcBef>
              <a:spcAft>
                <a:spcPts val="0"/>
              </a:spcAft>
              <a:buClr>
                <a:schemeClr val="dk2"/>
              </a:buClr>
              <a:buSzPts val="1100"/>
              <a:buFont typeface="Arial"/>
              <a:buNone/>
            </a:pPr>
            <a:r>
              <a:rPr b="1" lang="en" sz="1700">
                <a:latin typeface="Arial"/>
                <a:ea typeface="Arial"/>
                <a:cs typeface="Arial"/>
                <a:sym typeface="Arial"/>
              </a:rPr>
              <a:t>2. Move to cloud warehouse (BigQuery / Snowflake)</a:t>
            </a:r>
            <a:endParaRPr b="1" sz="1700">
              <a:latin typeface="Arial"/>
              <a:ea typeface="Arial"/>
              <a:cs typeface="Arial"/>
              <a:sym typeface="Arial"/>
            </a:endParaRPr>
          </a:p>
          <a:p>
            <a:pPr indent="-336550" lvl="0" marL="457200" rtl="0" algn="l">
              <a:spcBef>
                <a:spcPts val="0"/>
              </a:spcBef>
              <a:spcAft>
                <a:spcPts val="0"/>
              </a:spcAft>
              <a:buSzPts val="1700"/>
              <a:buFont typeface="Arial"/>
              <a:buChar char="●"/>
            </a:pPr>
            <a:r>
              <a:rPr lang="en" sz="1700">
                <a:latin typeface="Arial"/>
                <a:ea typeface="Arial"/>
                <a:cs typeface="Arial"/>
                <a:sym typeface="Arial"/>
              </a:rPr>
              <a:t>Improve scalability and analytics performance</a:t>
            </a:r>
            <a:endParaRPr sz="1700">
              <a:latin typeface="Arial"/>
              <a:ea typeface="Arial"/>
              <a:cs typeface="Arial"/>
              <a:sym typeface="Arial"/>
            </a:endParaRPr>
          </a:p>
          <a:p>
            <a:pPr indent="-330200" lvl="0" marL="457200" rtl="0" algn="l">
              <a:lnSpc>
                <a:spcPct val="100000"/>
              </a:lnSpc>
              <a:spcBef>
                <a:spcPts val="0"/>
              </a:spcBef>
              <a:spcAft>
                <a:spcPts val="0"/>
              </a:spcAft>
              <a:buSzPts val="1600"/>
              <a:buFont typeface="Lato"/>
              <a:buChar char="●"/>
            </a:pPr>
            <a:r>
              <a:rPr lang="en" sz="1600"/>
              <a:t>BigQuery for cloud-based analytics </a:t>
            </a:r>
            <a:endParaRPr sz="1700">
              <a:latin typeface="Arial"/>
              <a:ea typeface="Arial"/>
              <a:cs typeface="Arial"/>
              <a:sym typeface="Arial"/>
            </a:endParaRPr>
          </a:p>
          <a:p>
            <a:pPr indent="0" lvl="0" marL="0" rtl="0" algn="l">
              <a:lnSpc>
                <a:spcPct val="100000"/>
              </a:lnSpc>
              <a:spcBef>
                <a:spcPts val="0"/>
              </a:spcBef>
              <a:spcAft>
                <a:spcPts val="0"/>
              </a:spcAft>
              <a:buClr>
                <a:schemeClr val="dk2"/>
              </a:buClr>
              <a:buSzPts val="1100"/>
              <a:buFont typeface="Arial"/>
              <a:buNone/>
            </a:pPr>
            <a:r>
              <a:rPr b="1" lang="en" sz="1700">
                <a:latin typeface="Arial"/>
                <a:ea typeface="Arial"/>
                <a:cs typeface="Arial"/>
                <a:sym typeface="Arial"/>
              </a:rPr>
              <a:t>3. Add data quality framework (Great Expectations / dbt tests)</a:t>
            </a:r>
            <a:endParaRPr b="1" sz="1700">
              <a:latin typeface="Arial"/>
              <a:ea typeface="Arial"/>
              <a:cs typeface="Arial"/>
              <a:sym typeface="Arial"/>
            </a:endParaRPr>
          </a:p>
          <a:p>
            <a:pPr indent="-336550" lvl="0" marL="457200" rtl="0" algn="l">
              <a:spcBef>
                <a:spcPts val="0"/>
              </a:spcBef>
              <a:spcAft>
                <a:spcPts val="0"/>
              </a:spcAft>
              <a:buSzPts val="1700"/>
              <a:buFont typeface="Arial"/>
              <a:buChar char="●"/>
            </a:pPr>
            <a:r>
              <a:rPr lang="en" sz="1700">
                <a:latin typeface="Arial"/>
                <a:ea typeface="Arial"/>
                <a:cs typeface="Arial"/>
                <a:sym typeface="Arial"/>
              </a:rPr>
              <a:t>Automated validation to prevent bad data in Silver/Gold</a:t>
            </a:r>
            <a:endParaRPr sz="1700">
              <a:latin typeface="Arial"/>
              <a:ea typeface="Arial"/>
              <a:cs typeface="Arial"/>
              <a:sym typeface="Arial"/>
            </a:endParaRPr>
          </a:p>
          <a:p>
            <a:pPr indent="0" lvl="0" marL="0" rtl="0" algn="l">
              <a:spcBef>
                <a:spcPts val="0"/>
              </a:spcBef>
              <a:spcAft>
                <a:spcPts val="0"/>
              </a:spcAft>
              <a:buClr>
                <a:schemeClr val="dk2"/>
              </a:buClr>
              <a:buSzPts val="1100"/>
              <a:buFont typeface="Arial"/>
              <a:buNone/>
            </a:pPr>
            <a:r>
              <a:rPr b="1" lang="en" sz="1700">
                <a:latin typeface="Arial"/>
                <a:ea typeface="Arial"/>
                <a:cs typeface="Arial"/>
                <a:sym typeface="Arial"/>
              </a:rPr>
              <a:t>4. Monitoring &amp; alerting (Prometheus)</a:t>
            </a:r>
            <a:endParaRPr b="1" sz="1700">
              <a:latin typeface="Arial"/>
              <a:ea typeface="Arial"/>
              <a:cs typeface="Arial"/>
              <a:sym typeface="Arial"/>
            </a:endParaRPr>
          </a:p>
          <a:p>
            <a:pPr indent="-336550" lvl="0" marL="457200" rtl="0" algn="l">
              <a:spcBef>
                <a:spcPts val="0"/>
              </a:spcBef>
              <a:spcAft>
                <a:spcPts val="0"/>
              </a:spcAft>
              <a:buSzPts val="1700"/>
              <a:buFont typeface="Arial"/>
              <a:buChar char="●"/>
            </a:pPr>
            <a:r>
              <a:rPr lang="en" sz="1700">
                <a:latin typeface="Arial"/>
                <a:ea typeface="Arial"/>
                <a:cs typeface="Arial"/>
                <a:sym typeface="Arial"/>
              </a:rPr>
              <a:t>Track pipeline failures, delays, and data anomalies</a:t>
            </a:r>
            <a:endParaRPr sz="1700">
              <a:latin typeface="Arial"/>
              <a:ea typeface="Arial"/>
              <a:cs typeface="Arial"/>
              <a:sym typeface="Arial"/>
            </a:endParaRPr>
          </a:p>
          <a:p>
            <a:pPr indent="0" lvl="0" marL="0" rtl="0" algn="l">
              <a:spcBef>
                <a:spcPts val="0"/>
              </a:spcBef>
              <a:spcAft>
                <a:spcPts val="0"/>
              </a:spcAft>
              <a:buClr>
                <a:schemeClr val="dk2"/>
              </a:buClr>
              <a:buSzPts val="1100"/>
              <a:buFont typeface="Arial"/>
              <a:buNone/>
            </a:pPr>
            <a:r>
              <a:rPr b="1" lang="en" sz="1700">
                <a:latin typeface="Arial"/>
                <a:ea typeface="Arial"/>
                <a:cs typeface="Arial"/>
                <a:sym typeface="Arial"/>
              </a:rPr>
              <a:t>5. Support new data sources(JSON, APIS)</a:t>
            </a:r>
            <a:endParaRPr b="1" sz="1700">
              <a:latin typeface="Arial"/>
              <a:ea typeface="Arial"/>
              <a:cs typeface="Arial"/>
              <a:sym typeface="Arial"/>
            </a:endParaRPr>
          </a:p>
          <a:p>
            <a:pPr indent="-336550" lvl="0" marL="457200" rtl="0" algn="l">
              <a:spcBef>
                <a:spcPts val="0"/>
              </a:spcBef>
              <a:spcAft>
                <a:spcPts val="0"/>
              </a:spcAft>
              <a:buSzPts val="1700"/>
              <a:buFont typeface="Arial"/>
              <a:buChar char="●"/>
            </a:pPr>
            <a:r>
              <a:rPr lang="en" sz="1700">
                <a:latin typeface="Arial"/>
                <a:ea typeface="Arial"/>
                <a:cs typeface="Arial"/>
                <a:sym typeface="Arial"/>
              </a:rPr>
              <a:t>APIs, incremental loads, or streaming movie events</a:t>
            </a:r>
            <a:endParaRPr b="1" sz="1700">
              <a:latin typeface="Arial"/>
              <a:ea typeface="Arial"/>
              <a:cs typeface="Arial"/>
              <a:sym typeface="Arial"/>
            </a:endParaRPr>
          </a:p>
          <a:p>
            <a:pPr indent="0" lvl="0" marL="0" rtl="0" algn="l">
              <a:spcBef>
                <a:spcPts val="0"/>
              </a:spcBef>
              <a:spcAft>
                <a:spcPts val="0"/>
              </a:spcAft>
              <a:buNone/>
            </a:pPr>
            <a:r>
              <a:rPr b="1" lang="en" sz="1700">
                <a:latin typeface="Arial"/>
                <a:ea typeface="Arial"/>
                <a:cs typeface="Arial"/>
                <a:sym typeface="Arial"/>
              </a:rPr>
              <a:t>6. </a:t>
            </a:r>
            <a:r>
              <a:rPr b="1" lang="en" sz="1600"/>
              <a:t>Docker to containerize the pipeline</a:t>
            </a:r>
            <a:endParaRPr b="1" sz="1700">
              <a:latin typeface="Arial"/>
              <a:ea typeface="Arial"/>
              <a:cs typeface="Arial"/>
              <a:sym typeface="Arial"/>
            </a:endParaRPr>
          </a:p>
          <a:p>
            <a:pPr indent="0" lvl="0" marL="0" rtl="0" algn="l">
              <a:spcBef>
                <a:spcPts val="0"/>
              </a:spcBef>
              <a:spcAft>
                <a:spcPts val="1600"/>
              </a:spcAft>
              <a:buNone/>
            </a:pPr>
            <a:r>
              <a:t/>
            </a:r>
            <a:endParaRPr sz="1600"/>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p24"/>
          <p:cNvSpPr txBox="1"/>
          <p:nvPr>
            <p:ph type="title"/>
          </p:nvPr>
        </p:nvSpPr>
        <p:spPr>
          <a:xfrm>
            <a:off x="406425" y="1806825"/>
            <a:ext cx="8296800" cy="15420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Conclusion</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wiss">
  <a:themeElements>
    <a:clrScheme name="Swiss">
      <a:dk1>
        <a:srgbClr val="F46524"/>
      </a:dk1>
      <a:lt1>
        <a:srgbClr val="FFFFFF"/>
      </a:lt1>
      <a:dk2>
        <a:srgbClr val="000000"/>
      </a:dk2>
      <a:lt2>
        <a:srgbClr val="757575"/>
      </a:lt2>
      <a:accent1>
        <a:srgbClr val="01579B"/>
      </a:accent1>
      <a:accent2>
        <a:srgbClr val="27C7BD"/>
      </a:accent2>
      <a:accent3>
        <a:srgbClr val="0099E8"/>
      </a:accent3>
      <a:accent4>
        <a:srgbClr val="51B9A3"/>
      </a:accent4>
      <a:accent5>
        <a:srgbClr val="FB8C00"/>
      </a:accent5>
      <a:accent6>
        <a:srgbClr val="FFAE88"/>
      </a:accent6>
      <a:hlink>
        <a:srgbClr val="0277BD"/>
      </a:hlink>
      <a:folHlink>
        <a:srgbClr val="0277B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